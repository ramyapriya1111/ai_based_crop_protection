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72" r:id="rId4"/>
    <p:sldId id="271" r:id="rId5"/>
    <p:sldId id="263" r:id="rId6"/>
    <p:sldId id="273" r:id="rId7"/>
    <p:sldId id="274" r:id="rId8"/>
    <p:sldId id="270" r:id="rId9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FA5D72-00C3-4FC7-A233-FF81BEA084C0}" v="288" dt="2025-08-04T17:54:16.00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43" autoAdjust="0"/>
    <p:restoredTop sz="95488" autoAdjust="0"/>
  </p:normalViewPr>
  <p:slideViewPr>
    <p:cSldViewPr>
      <p:cViewPr>
        <p:scale>
          <a:sx n="121" d="100"/>
          <a:sy n="121" d="100"/>
        </p:scale>
        <p:origin x="1356" y="6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rinidhi Senthilkumar" userId="6aa813ab5956ad4a" providerId="LiveId" clId="{B7BD1B76-609A-445C-8625-D65CAC1431B7}"/>
    <pc:docChg chg="undo redo custSel modSld">
      <pc:chgData name="Shrinidhi Senthilkumar" userId="6aa813ab5956ad4a" providerId="LiveId" clId="{B7BD1B76-609A-445C-8625-D65CAC1431B7}" dt="2024-08-09T03:57:37.081" v="359" actId="20577"/>
      <pc:docMkLst>
        <pc:docMk/>
      </pc:docMkLst>
      <pc:sldChg chg="addSp modSp mod">
        <pc:chgData name="Shrinidhi Senthilkumar" userId="6aa813ab5956ad4a" providerId="LiveId" clId="{B7BD1B76-609A-445C-8625-D65CAC1431B7}" dt="2024-08-09T03:49:47.870" v="293" actId="20577"/>
        <pc:sldMkLst>
          <pc:docMk/>
          <pc:sldMk cId="0" sldId="257"/>
        </pc:sldMkLst>
      </pc:sldChg>
      <pc:sldChg chg="addSp modSp mod">
        <pc:chgData name="Shrinidhi Senthilkumar" userId="6aa813ab5956ad4a" providerId="LiveId" clId="{B7BD1B76-609A-445C-8625-D65CAC1431B7}" dt="2024-08-09T03:54:20.338" v="315" actId="14734"/>
        <pc:sldMkLst>
          <pc:docMk/>
          <pc:sldMk cId="0" sldId="258"/>
        </pc:sldMkLst>
      </pc:sldChg>
      <pc:sldChg chg="modSp mod">
        <pc:chgData name="Shrinidhi Senthilkumar" userId="6aa813ab5956ad4a" providerId="LiveId" clId="{B7BD1B76-609A-445C-8625-D65CAC1431B7}" dt="2024-08-09T03:55:18.373" v="328" actId="14734"/>
        <pc:sldMkLst>
          <pc:docMk/>
          <pc:sldMk cId="0" sldId="261"/>
        </pc:sldMkLst>
      </pc:sldChg>
      <pc:sldChg chg="modSp mod">
        <pc:chgData name="Shrinidhi Senthilkumar" userId="6aa813ab5956ad4a" providerId="LiveId" clId="{B7BD1B76-609A-445C-8625-D65CAC1431B7}" dt="2024-08-09T03:56:31.155" v="341" actId="14734"/>
        <pc:sldMkLst>
          <pc:docMk/>
          <pc:sldMk cId="0" sldId="263"/>
        </pc:sldMkLst>
      </pc:sldChg>
      <pc:sldChg chg="modSp">
        <pc:chgData name="Shrinidhi Senthilkumar" userId="6aa813ab5956ad4a" providerId="LiveId" clId="{B7BD1B76-609A-445C-8625-D65CAC1431B7}" dt="2024-08-09T03:53:49.051" v="309"/>
        <pc:sldMkLst>
          <pc:docMk/>
          <pc:sldMk cId="0" sldId="270"/>
        </pc:sldMkLst>
      </pc:sldChg>
      <pc:sldChg chg="addSp delSp modSp mod">
        <pc:chgData name="Shrinidhi Senthilkumar" userId="6aa813ab5956ad4a" providerId="LiveId" clId="{B7BD1B76-609A-445C-8625-D65CAC1431B7}" dt="2024-08-09T03:56:43.609" v="342" actId="14734"/>
        <pc:sldMkLst>
          <pc:docMk/>
          <pc:sldMk cId="0" sldId="271"/>
        </pc:sldMkLst>
      </pc:sldChg>
      <pc:sldChg chg="addSp delSp modSp mod">
        <pc:chgData name="Shrinidhi Senthilkumar" userId="6aa813ab5956ad4a" providerId="LiveId" clId="{B7BD1B76-609A-445C-8625-D65CAC1431B7}" dt="2024-08-09T03:53:58.172" v="310" actId="14734"/>
        <pc:sldMkLst>
          <pc:docMk/>
          <pc:sldMk cId="0" sldId="273"/>
        </pc:sldMkLst>
      </pc:sldChg>
      <pc:sldChg chg="modSp mod">
        <pc:chgData name="Shrinidhi Senthilkumar" userId="6aa813ab5956ad4a" providerId="LiveId" clId="{B7BD1B76-609A-445C-8625-D65CAC1431B7}" dt="2024-08-09T03:56:23.274" v="340" actId="14734"/>
        <pc:sldMkLst>
          <pc:docMk/>
          <pc:sldMk cId="0" sldId="275"/>
        </pc:sldMkLst>
      </pc:sldChg>
      <pc:sldChg chg="modSp mod">
        <pc:chgData name="Shrinidhi Senthilkumar" userId="6aa813ab5956ad4a" providerId="LiveId" clId="{B7BD1B76-609A-445C-8625-D65CAC1431B7}" dt="2024-08-09T03:57:37.081" v="359" actId="20577"/>
        <pc:sldMkLst>
          <pc:docMk/>
          <pc:sldMk cId="3766401350" sldId="279"/>
        </pc:sldMkLst>
      </pc:sldChg>
    </pc:docChg>
  </pc:docChgLst>
  <pc:docChgLst>
    <pc:chgData name="Shrinidhi Senthilkumar" userId="6aa813ab5956ad4a" providerId="LiveId" clId="{87FA5D72-00C3-4FC7-A233-FF81BEA084C0}"/>
    <pc:docChg chg="undo redo custSel addSld delSld modSld sldOrd">
      <pc:chgData name="Shrinidhi Senthilkumar" userId="6aa813ab5956ad4a" providerId="LiveId" clId="{87FA5D72-00C3-4FC7-A233-FF81BEA084C0}" dt="2025-08-04T17:55:33.770" v="840" actId="1076"/>
      <pc:docMkLst>
        <pc:docMk/>
      </pc:docMkLst>
      <pc:sldChg chg="modSp mod">
        <pc:chgData name="Shrinidhi Senthilkumar" userId="6aa813ab5956ad4a" providerId="LiveId" clId="{87FA5D72-00C3-4FC7-A233-FF81BEA084C0}" dt="2025-08-04T06:13:46.489" v="96" actId="20577"/>
        <pc:sldMkLst>
          <pc:docMk/>
          <pc:sldMk cId="0" sldId="257"/>
        </pc:sldMkLst>
        <pc:spChg chg="mod">
          <ac:chgData name="Shrinidhi Senthilkumar" userId="6aa813ab5956ad4a" providerId="LiveId" clId="{87FA5D72-00C3-4FC7-A233-FF81BEA084C0}" dt="2025-08-04T06:13:28.953" v="71" actId="20577"/>
          <ac:spMkLst>
            <pc:docMk/>
            <pc:sldMk cId="0" sldId="257"/>
            <ac:spMk id="1048586" creationId="{00000000-0000-0000-0000-000000000000}"/>
          </ac:spMkLst>
        </pc:spChg>
        <pc:graphicFrameChg chg="modGraphic">
          <ac:chgData name="Shrinidhi Senthilkumar" userId="6aa813ab5956ad4a" providerId="LiveId" clId="{87FA5D72-00C3-4FC7-A233-FF81BEA084C0}" dt="2025-08-04T06:13:46.489" v="96" actId="20577"/>
          <ac:graphicFrameMkLst>
            <pc:docMk/>
            <pc:sldMk cId="0" sldId="257"/>
            <ac:graphicFrameMk id="4194304" creationId="{00000000-0000-0000-0000-000000000000}"/>
          </ac:graphicFrameMkLst>
        </pc:graphicFrameChg>
        <pc:graphicFrameChg chg="mod modGraphic">
          <ac:chgData name="Shrinidhi Senthilkumar" userId="6aa813ab5956ad4a" providerId="LiveId" clId="{87FA5D72-00C3-4FC7-A233-FF81BEA084C0}" dt="2025-08-04T06:13:11.970" v="65" actId="20577"/>
          <ac:graphicFrameMkLst>
            <pc:docMk/>
            <pc:sldMk cId="0" sldId="257"/>
            <ac:graphicFrameMk id="4194305" creationId="{00000000-0000-0000-0000-000000000000}"/>
          </ac:graphicFrameMkLst>
        </pc:graphicFrameChg>
      </pc:sldChg>
      <pc:sldChg chg="addSp delSp modSp mod">
        <pc:chgData name="Shrinidhi Senthilkumar" userId="6aa813ab5956ad4a" providerId="LiveId" clId="{87FA5D72-00C3-4FC7-A233-FF81BEA084C0}" dt="2025-08-04T08:36:16.275" v="443" actId="166"/>
        <pc:sldMkLst>
          <pc:docMk/>
          <pc:sldMk cId="0" sldId="258"/>
        </pc:sldMkLst>
        <pc:spChg chg="add">
          <ac:chgData name="Shrinidhi Senthilkumar" userId="6aa813ab5956ad4a" providerId="LiveId" clId="{87FA5D72-00C3-4FC7-A233-FF81BEA084C0}" dt="2025-08-04T06:26:53.031" v="111"/>
          <ac:spMkLst>
            <pc:docMk/>
            <pc:sldMk cId="0" sldId="258"/>
            <ac:spMk id="2" creationId="{6F4C8EA7-7914-67EE-E4F9-21D7FAE2A635}"/>
          </ac:spMkLst>
        </pc:spChg>
        <pc:spChg chg="add del mod">
          <ac:chgData name="Shrinidhi Senthilkumar" userId="6aa813ab5956ad4a" providerId="LiveId" clId="{87FA5D72-00C3-4FC7-A233-FF81BEA084C0}" dt="2025-08-04T07:37:17.481" v="121" actId="478"/>
          <ac:spMkLst>
            <pc:docMk/>
            <pc:sldMk cId="0" sldId="258"/>
            <ac:spMk id="5" creationId="{49BE5AB9-A21D-C3D6-86F7-A5D7A715274F}"/>
          </ac:spMkLst>
        </pc:spChg>
        <pc:spChg chg="add del mod">
          <ac:chgData name="Shrinidhi Senthilkumar" userId="6aa813ab5956ad4a" providerId="LiveId" clId="{87FA5D72-00C3-4FC7-A233-FF81BEA084C0}" dt="2025-08-04T07:45:58.026" v="161" actId="478"/>
          <ac:spMkLst>
            <pc:docMk/>
            <pc:sldMk cId="0" sldId="258"/>
            <ac:spMk id="6" creationId="{D23D772F-B936-B675-376A-0225E0A3CA32}"/>
          </ac:spMkLst>
        </pc:spChg>
        <pc:spChg chg="add">
          <ac:chgData name="Shrinidhi Senthilkumar" userId="6aa813ab5956ad4a" providerId="LiveId" clId="{87FA5D72-00C3-4FC7-A233-FF81BEA084C0}" dt="2025-08-04T07:38:23.678" v="124"/>
          <ac:spMkLst>
            <pc:docMk/>
            <pc:sldMk cId="0" sldId="258"/>
            <ac:spMk id="7" creationId="{D9A0EBF4-8E11-A0CC-80CF-4AC62FF4CAF6}"/>
          </ac:spMkLst>
        </pc:spChg>
        <pc:spChg chg="add">
          <ac:chgData name="Shrinidhi Senthilkumar" userId="6aa813ab5956ad4a" providerId="LiveId" clId="{87FA5D72-00C3-4FC7-A233-FF81BEA084C0}" dt="2025-08-04T07:44:03.719" v="139"/>
          <ac:spMkLst>
            <pc:docMk/>
            <pc:sldMk cId="0" sldId="258"/>
            <ac:spMk id="9" creationId="{29CAAE32-FC40-A737-8BD5-1BE03345010F}"/>
          </ac:spMkLst>
        </pc:spChg>
        <pc:spChg chg="add del">
          <ac:chgData name="Shrinidhi Senthilkumar" userId="6aa813ab5956ad4a" providerId="LiveId" clId="{87FA5D72-00C3-4FC7-A233-FF81BEA084C0}" dt="2025-08-04T07:56:48.266" v="204" actId="22"/>
          <ac:spMkLst>
            <pc:docMk/>
            <pc:sldMk cId="0" sldId="258"/>
            <ac:spMk id="19" creationId="{56E9E01E-EBD8-0AEC-7C33-AC0A23A54392}"/>
          </ac:spMkLst>
        </pc:spChg>
        <pc:spChg chg="add del mod">
          <ac:chgData name="Shrinidhi Senthilkumar" userId="6aa813ab5956ad4a" providerId="LiveId" clId="{87FA5D72-00C3-4FC7-A233-FF81BEA084C0}" dt="2025-08-04T08:03:09.513" v="272" actId="242"/>
          <ac:spMkLst>
            <pc:docMk/>
            <pc:sldMk cId="0" sldId="258"/>
            <ac:spMk id="21" creationId="{76E752B9-90D2-F90B-3F59-C577517217FF}"/>
          </ac:spMkLst>
        </pc:spChg>
        <pc:spChg chg="add">
          <ac:chgData name="Shrinidhi Senthilkumar" userId="6aa813ab5956ad4a" providerId="LiveId" clId="{87FA5D72-00C3-4FC7-A233-FF81BEA084C0}" dt="2025-08-04T08:01:35.317" v="256"/>
          <ac:spMkLst>
            <pc:docMk/>
            <pc:sldMk cId="0" sldId="258"/>
            <ac:spMk id="23" creationId="{B684F97D-1870-6DFB-2DCB-DC20EE738076}"/>
          </ac:spMkLst>
        </pc:spChg>
        <pc:spChg chg="mod">
          <ac:chgData name="Shrinidhi Senthilkumar" userId="6aa813ab5956ad4a" providerId="LiveId" clId="{87FA5D72-00C3-4FC7-A233-FF81BEA084C0}" dt="2025-08-04T06:14:23.107" v="98" actId="14100"/>
          <ac:spMkLst>
            <pc:docMk/>
            <pc:sldMk cId="0" sldId="258"/>
            <ac:spMk id="1048595" creationId="{00000000-0000-0000-0000-000000000000}"/>
          </ac:spMkLst>
        </pc:spChg>
        <pc:spChg chg="mod">
          <ac:chgData name="Shrinidhi Senthilkumar" userId="6aa813ab5956ad4a" providerId="LiveId" clId="{87FA5D72-00C3-4FC7-A233-FF81BEA084C0}" dt="2025-08-04T07:59:02.708" v="242" actId="1076"/>
          <ac:spMkLst>
            <pc:docMk/>
            <pc:sldMk cId="0" sldId="258"/>
            <ac:spMk id="1048597" creationId="{00000000-0000-0000-0000-000000000000}"/>
          </ac:spMkLst>
        </pc:spChg>
        <pc:grpChg chg="add del mod">
          <ac:chgData name="Shrinidhi Senthilkumar" userId="6aa813ab5956ad4a" providerId="LiveId" clId="{87FA5D72-00C3-4FC7-A233-FF81BEA084C0}" dt="2025-08-04T08:01:15.727" v="249" actId="478"/>
          <ac:grpSpMkLst>
            <pc:docMk/>
            <pc:sldMk cId="0" sldId="258"/>
            <ac:grpSpMk id="13" creationId="{3C8DD78A-8F8E-06F1-802D-3F84A5A7FFF7}"/>
          </ac:grpSpMkLst>
        </pc:grpChg>
        <pc:graphicFrameChg chg="ord modGraphic">
          <ac:chgData name="Shrinidhi Senthilkumar" userId="6aa813ab5956ad4a" providerId="LiveId" clId="{87FA5D72-00C3-4FC7-A233-FF81BEA084C0}" dt="2025-08-04T08:36:16.275" v="443" actId="166"/>
          <ac:graphicFrameMkLst>
            <pc:docMk/>
            <pc:sldMk cId="0" sldId="258"/>
            <ac:graphicFrameMk id="4194306" creationId="{00000000-0000-0000-0000-000000000000}"/>
          </ac:graphicFrameMkLst>
        </pc:graphicFrameChg>
        <pc:graphicFrameChg chg="modGraphic">
          <ac:chgData name="Shrinidhi Senthilkumar" userId="6aa813ab5956ad4a" providerId="LiveId" clId="{87FA5D72-00C3-4FC7-A233-FF81BEA084C0}" dt="2025-08-04T06:15:18.449" v="105" actId="2711"/>
          <ac:graphicFrameMkLst>
            <pc:docMk/>
            <pc:sldMk cId="0" sldId="258"/>
            <ac:graphicFrameMk id="4194307" creationId="{00000000-0000-0000-0000-000000000000}"/>
          </ac:graphicFrameMkLst>
        </pc:graphicFrameChg>
        <pc:picChg chg="add del">
          <ac:chgData name="Shrinidhi Senthilkumar" userId="6aa813ab5956ad4a" providerId="LiveId" clId="{87FA5D72-00C3-4FC7-A233-FF81BEA084C0}" dt="2025-08-04T06:27:00.679" v="113" actId="478"/>
          <ac:picMkLst>
            <pc:docMk/>
            <pc:sldMk cId="0" sldId="258"/>
            <ac:picMk id="3" creationId="{96EA98D5-1D97-3665-9BAB-E778D1BE78CD}"/>
          </ac:picMkLst>
        </pc:picChg>
        <pc:picChg chg="add del mod modCrop">
          <ac:chgData name="Shrinidhi Senthilkumar" userId="6aa813ab5956ad4a" providerId="LiveId" clId="{87FA5D72-00C3-4FC7-A233-FF81BEA084C0}" dt="2025-08-04T07:44:20.910" v="144" actId="478"/>
          <ac:picMkLst>
            <pc:docMk/>
            <pc:sldMk cId="0" sldId="258"/>
            <ac:picMk id="8" creationId="{2F441573-A480-8175-8808-2B65B456F116}"/>
          </ac:picMkLst>
        </pc:picChg>
        <pc:picChg chg="mod">
          <ac:chgData name="Shrinidhi Senthilkumar" userId="6aa813ab5956ad4a" providerId="LiveId" clId="{87FA5D72-00C3-4FC7-A233-FF81BEA084C0}" dt="2025-08-04T06:14:27.654" v="99" actId="1038"/>
          <ac:picMkLst>
            <pc:docMk/>
            <pc:sldMk cId="0" sldId="258"/>
            <ac:picMk id="10" creationId="{00000000-0000-0000-0000-000000000000}"/>
          </ac:picMkLst>
        </pc:picChg>
        <pc:picChg chg="add mod">
          <ac:chgData name="Shrinidhi Senthilkumar" userId="6aa813ab5956ad4a" providerId="LiveId" clId="{87FA5D72-00C3-4FC7-A233-FF81BEA084C0}" dt="2025-08-04T07:50:01.502" v="186" actId="1076"/>
          <ac:picMkLst>
            <pc:docMk/>
            <pc:sldMk cId="0" sldId="258"/>
            <ac:picMk id="12" creationId="{C3DE188C-116E-953F-9CB9-D001C004DB30}"/>
          </ac:picMkLst>
        </pc:picChg>
        <pc:picChg chg="add del mod">
          <ac:chgData name="Shrinidhi Senthilkumar" userId="6aa813ab5956ad4a" providerId="LiveId" clId="{87FA5D72-00C3-4FC7-A233-FF81BEA084C0}" dt="2025-08-04T07:38:11.562" v="123" actId="478"/>
          <ac:picMkLst>
            <pc:docMk/>
            <pc:sldMk cId="0" sldId="258"/>
            <ac:picMk id="1028" creationId="{9F39CDFE-8E79-5D23-1D29-D3B3E139BD83}"/>
          </ac:picMkLst>
        </pc:picChg>
        <pc:picChg chg="add mod">
          <ac:chgData name="Shrinidhi Senthilkumar" userId="6aa813ab5956ad4a" providerId="LiveId" clId="{87FA5D72-00C3-4FC7-A233-FF81BEA084C0}" dt="2025-08-04T07:50:01.502" v="186" actId="1076"/>
          <ac:picMkLst>
            <pc:docMk/>
            <pc:sldMk cId="0" sldId="258"/>
            <ac:picMk id="1034" creationId="{B60898A0-81CD-AE8F-DAB2-DB7BE7912314}"/>
          </ac:picMkLst>
        </pc:picChg>
        <pc:picChg chg="add mod">
          <ac:chgData name="Shrinidhi Senthilkumar" userId="6aa813ab5956ad4a" providerId="LiveId" clId="{87FA5D72-00C3-4FC7-A233-FF81BEA084C0}" dt="2025-08-04T08:33:03.996" v="421" actId="1076"/>
          <ac:picMkLst>
            <pc:docMk/>
            <pc:sldMk cId="0" sldId="258"/>
            <ac:picMk id="1037" creationId="{D8572912-0362-3AA7-3261-2266786114FE}"/>
          </ac:picMkLst>
        </pc:picChg>
        <pc:picChg chg="add mod">
          <ac:chgData name="Shrinidhi Senthilkumar" userId="6aa813ab5956ad4a" providerId="LiveId" clId="{87FA5D72-00C3-4FC7-A233-FF81BEA084C0}" dt="2025-08-04T08:35:44.586" v="441" actId="167"/>
          <ac:picMkLst>
            <pc:docMk/>
            <pc:sldMk cId="0" sldId="258"/>
            <ac:picMk id="1039" creationId="{270C499F-04A7-A357-6C9F-F11FAF05127F}"/>
          </ac:picMkLst>
        </pc:picChg>
        <pc:cxnChg chg="add del mod">
          <ac:chgData name="Shrinidhi Senthilkumar" userId="6aa813ab5956ad4a" providerId="LiveId" clId="{87FA5D72-00C3-4FC7-A233-FF81BEA084C0}" dt="2025-08-04T08:02:51.060" v="268" actId="478"/>
          <ac:cxnSpMkLst>
            <pc:docMk/>
            <pc:sldMk cId="0" sldId="258"/>
            <ac:cxnSpMk id="15" creationId="{D8F77612-6FD1-6D41-299F-02AA2FD6C7E2}"/>
          </ac:cxnSpMkLst>
        </pc:cxnChg>
      </pc:sldChg>
      <pc:sldChg chg="del">
        <pc:chgData name="Shrinidhi Senthilkumar" userId="6aa813ab5956ad4a" providerId="LiveId" clId="{87FA5D72-00C3-4FC7-A233-FF81BEA084C0}" dt="2025-08-04T06:16:06.577" v="109" actId="2696"/>
        <pc:sldMkLst>
          <pc:docMk/>
          <pc:sldMk cId="0" sldId="261"/>
        </pc:sldMkLst>
      </pc:sldChg>
      <pc:sldChg chg="addSp modSp mod">
        <pc:chgData name="Shrinidhi Senthilkumar" userId="6aa813ab5956ad4a" providerId="LiveId" clId="{87FA5D72-00C3-4FC7-A233-FF81BEA084C0}" dt="2025-08-04T17:04:20.193" v="467" actId="404"/>
        <pc:sldMkLst>
          <pc:docMk/>
          <pc:sldMk cId="0" sldId="263"/>
        </pc:sldMkLst>
        <pc:graphicFrameChg chg="mod modGraphic">
          <ac:chgData name="Shrinidhi Senthilkumar" userId="6aa813ab5956ad4a" providerId="LiveId" clId="{87FA5D72-00C3-4FC7-A233-FF81BEA084C0}" dt="2025-08-04T08:24:56.645" v="382" actId="1076"/>
          <ac:graphicFrameMkLst>
            <pc:docMk/>
            <pc:sldMk cId="0" sldId="263"/>
            <ac:graphicFrameMk id="3" creationId="{A00FC270-79BB-C1A4-7639-2BF0CFF8DA35}"/>
          </ac:graphicFrameMkLst>
        </pc:graphicFrameChg>
        <pc:graphicFrameChg chg="modGraphic">
          <ac:chgData name="Shrinidhi Senthilkumar" userId="6aa813ab5956ad4a" providerId="LiveId" clId="{87FA5D72-00C3-4FC7-A233-FF81BEA084C0}" dt="2025-08-04T17:04:20.193" v="467" actId="404"/>
          <ac:graphicFrameMkLst>
            <pc:docMk/>
            <pc:sldMk cId="0" sldId="263"/>
            <ac:graphicFrameMk id="9" creationId="{00000000-0000-0000-0000-000000000000}"/>
          </ac:graphicFrameMkLst>
        </pc:graphicFrameChg>
        <pc:graphicFrameChg chg="mod modGraphic">
          <ac:chgData name="Shrinidhi Senthilkumar" userId="6aa813ab5956ad4a" providerId="LiveId" clId="{87FA5D72-00C3-4FC7-A233-FF81BEA084C0}" dt="2025-08-04T16:59:32.417" v="465" actId="14100"/>
          <ac:graphicFrameMkLst>
            <pc:docMk/>
            <pc:sldMk cId="0" sldId="263"/>
            <ac:graphicFrameMk id="4194317" creationId="{00000000-0000-0000-0000-000000000000}"/>
          </ac:graphicFrameMkLst>
        </pc:graphicFrameChg>
        <pc:picChg chg="add mod">
          <ac:chgData name="Shrinidhi Senthilkumar" userId="6aa813ab5956ad4a" providerId="LiveId" clId="{87FA5D72-00C3-4FC7-A233-FF81BEA084C0}" dt="2025-08-04T08:25:47.522" v="393" actId="1076"/>
          <ac:picMkLst>
            <pc:docMk/>
            <pc:sldMk cId="0" sldId="263"/>
            <ac:picMk id="2050" creationId="{9F4099E4-6B76-8F9A-1381-B8127E636644}"/>
          </ac:picMkLst>
        </pc:picChg>
      </pc:sldChg>
      <pc:sldChg chg="del">
        <pc:chgData name="Shrinidhi Senthilkumar" userId="6aa813ab5956ad4a" providerId="LiveId" clId="{87FA5D72-00C3-4FC7-A233-FF81BEA084C0}" dt="2025-08-04T06:16:00.890" v="107" actId="2696"/>
        <pc:sldMkLst>
          <pc:docMk/>
          <pc:sldMk cId="0" sldId="271"/>
        </pc:sldMkLst>
      </pc:sldChg>
      <pc:sldChg chg="modSp add">
        <pc:chgData name="Shrinidhi Senthilkumar" userId="6aa813ab5956ad4a" providerId="LiveId" clId="{87FA5D72-00C3-4FC7-A233-FF81BEA084C0}" dt="2025-08-04T17:04:50.284" v="470" actId="14100"/>
        <pc:sldMkLst>
          <pc:docMk/>
          <pc:sldMk cId="3063014287" sldId="271"/>
        </pc:sldMkLst>
        <pc:grpChg chg="mod">
          <ac:chgData name="Shrinidhi Senthilkumar" userId="6aa813ab5956ad4a" providerId="LiveId" clId="{87FA5D72-00C3-4FC7-A233-FF81BEA084C0}" dt="2025-08-04T17:04:50.284" v="470" actId="14100"/>
          <ac:grpSpMkLst>
            <pc:docMk/>
            <pc:sldMk cId="3063014287" sldId="271"/>
            <ac:grpSpMk id="13" creationId="{65E850E5-8705-0349-7AD5-184DB2453789}"/>
          </ac:grpSpMkLst>
        </pc:grpChg>
        <pc:picChg chg="mod">
          <ac:chgData name="Shrinidhi Senthilkumar" userId="6aa813ab5956ad4a" providerId="LiveId" clId="{87FA5D72-00C3-4FC7-A233-FF81BEA084C0}" dt="2025-08-04T17:04:50.284" v="470" actId="14100"/>
          <ac:picMkLst>
            <pc:docMk/>
            <pc:sldMk cId="3063014287" sldId="271"/>
            <ac:picMk id="12" creationId="{733F7DD1-760A-DEF3-D168-8D94DF733F73}"/>
          </ac:picMkLst>
        </pc:picChg>
        <pc:picChg chg="mod">
          <ac:chgData name="Shrinidhi Senthilkumar" userId="6aa813ab5956ad4a" providerId="LiveId" clId="{87FA5D72-00C3-4FC7-A233-FF81BEA084C0}" dt="2025-08-04T17:04:50.284" v="470" actId="14100"/>
          <ac:picMkLst>
            <pc:docMk/>
            <pc:sldMk cId="3063014287" sldId="271"/>
            <ac:picMk id="1034" creationId="{70107035-C4B3-6F46-F10C-DEA13F476228}"/>
          </ac:picMkLst>
        </pc:picChg>
      </pc:sldChg>
      <pc:sldChg chg="addSp modSp add mod">
        <pc:chgData name="Shrinidhi Senthilkumar" userId="6aa813ab5956ad4a" providerId="LiveId" clId="{87FA5D72-00C3-4FC7-A233-FF81BEA084C0}" dt="2025-08-04T08:38:47.160" v="462" actId="167"/>
        <pc:sldMkLst>
          <pc:docMk/>
          <pc:sldMk cId="1968680122" sldId="272"/>
        </pc:sldMkLst>
        <pc:spChg chg="add">
          <ac:chgData name="Shrinidhi Senthilkumar" userId="6aa813ab5956ad4a" providerId="LiveId" clId="{87FA5D72-00C3-4FC7-A233-FF81BEA084C0}" dt="2025-08-04T08:28:20.777" v="403"/>
          <ac:spMkLst>
            <pc:docMk/>
            <pc:sldMk cId="1968680122" sldId="272"/>
            <ac:spMk id="2" creationId="{7E602F85-31D4-D177-3A5A-F0AFCA6CB15D}"/>
          </ac:spMkLst>
        </pc:spChg>
        <pc:spChg chg="mod">
          <ac:chgData name="Shrinidhi Senthilkumar" userId="6aa813ab5956ad4a" providerId="LiveId" clId="{87FA5D72-00C3-4FC7-A233-FF81BEA084C0}" dt="2025-08-04T08:29:17.641" v="416" actId="1076"/>
          <ac:spMkLst>
            <pc:docMk/>
            <pc:sldMk cId="1968680122" sldId="272"/>
            <ac:spMk id="21" creationId="{29B00693-1D75-A98E-CA86-43B94D197798}"/>
          </ac:spMkLst>
        </pc:spChg>
        <pc:graphicFrameChg chg="modGraphic">
          <ac:chgData name="Shrinidhi Senthilkumar" userId="6aa813ab5956ad4a" providerId="LiveId" clId="{87FA5D72-00C3-4FC7-A233-FF81BEA084C0}" dt="2025-08-04T08:26:48.340" v="402" actId="20577"/>
          <ac:graphicFrameMkLst>
            <pc:docMk/>
            <pc:sldMk cId="1968680122" sldId="272"/>
            <ac:graphicFrameMk id="4194306" creationId="{37D808B5-06AE-DB8E-4247-A2F7E252F503}"/>
          </ac:graphicFrameMkLst>
        </pc:graphicFrameChg>
        <pc:picChg chg="add mod">
          <ac:chgData name="Shrinidhi Senthilkumar" userId="6aa813ab5956ad4a" providerId="LiveId" clId="{87FA5D72-00C3-4FC7-A233-FF81BEA084C0}" dt="2025-08-04T08:38:47.160" v="462" actId="167"/>
          <ac:picMkLst>
            <pc:docMk/>
            <pc:sldMk cId="1968680122" sldId="272"/>
            <ac:picMk id="3075" creationId="{893C7C9C-57CD-7C1C-C032-CFB010D73B9E}"/>
          </ac:picMkLst>
        </pc:picChg>
      </pc:sldChg>
      <pc:sldChg chg="del">
        <pc:chgData name="Shrinidhi Senthilkumar" userId="6aa813ab5956ad4a" providerId="LiveId" clId="{87FA5D72-00C3-4FC7-A233-FF81BEA084C0}" dt="2025-08-04T06:15:57.571" v="106" actId="2696"/>
        <pc:sldMkLst>
          <pc:docMk/>
          <pc:sldMk cId="0" sldId="273"/>
        </pc:sldMkLst>
      </pc:sldChg>
      <pc:sldChg chg="addSp delSp modSp add mod ord">
        <pc:chgData name="Shrinidhi Senthilkumar" userId="6aa813ab5956ad4a" providerId="LiveId" clId="{87FA5D72-00C3-4FC7-A233-FF81BEA084C0}" dt="2025-08-04T17:23:29.605" v="612"/>
        <pc:sldMkLst>
          <pc:docMk/>
          <pc:sldMk cId="1009855782" sldId="273"/>
        </pc:sldMkLst>
        <pc:spChg chg="add">
          <ac:chgData name="Shrinidhi Senthilkumar" userId="6aa813ab5956ad4a" providerId="LiveId" clId="{87FA5D72-00C3-4FC7-A233-FF81BEA084C0}" dt="2025-08-04T17:06:04.527" v="478"/>
          <ac:spMkLst>
            <pc:docMk/>
            <pc:sldMk cId="1009855782" sldId="273"/>
            <ac:spMk id="2" creationId="{A9E77079-4D3E-3A47-079D-F5106ED77C02}"/>
          </ac:spMkLst>
        </pc:spChg>
        <pc:spChg chg="add">
          <ac:chgData name="Shrinidhi Senthilkumar" userId="6aa813ab5956ad4a" providerId="LiveId" clId="{87FA5D72-00C3-4FC7-A233-FF81BEA084C0}" dt="2025-08-04T17:06:25.171" v="479"/>
          <ac:spMkLst>
            <pc:docMk/>
            <pc:sldMk cId="1009855782" sldId="273"/>
            <ac:spMk id="3" creationId="{6E4666EE-4B1F-6752-866F-82A719007645}"/>
          </ac:spMkLst>
        </pc:spChg>
        <pc:spChg chg="add del mod">
          <ac:chgData name="Shrinidhi Senthilkumar" userId="6aa813ab5956ad4a" providerId="LiveId" clId="{87FA5D72-00C3-4FC7-A233-FF81BEA084C0}" dt="2025-08-04T17:11:41.245" v="515" actId="403"/>
          <ac:spMkLst>
            <pc:docMk/>
            <pc:sldMk cId="1009855782" sldId="273"/>
            <ac:spMk id="21" creationId="{4F333B78-8EB1-E843-20A8-11FD0F26B91A}"/>
          </ac:spMkLst>
        </pc:spChg>
        <pc:grpChg chg="del">
          <ac:chgData name="Shrinidhi Senthilkumar" userId="6aa813ab5956ad4a" providerId="LiveId" clId="{87FA5D72-00C3-4FC7-A233-FF81BEA084C0}" dt="2025-08-04T17:05:41.019" v="474" actId="478"/>
          <ac:grpSpMkLst>
            <pc:docMk/>
            <pc:sldMk cId="1009855782" sldId="273"/>
            <ac:grpSpMk id="13" creationId="{302DF923-22BC-71DF-2336-F7F59807C783}"/>
          </ac:grpSpMkLst>
        </pc:grpChg>
        <pc:grpChg chg="add mod">
          <ac:chgData name="Shrinidhi Senthilkumar" userId="6aa813ab5956ad4a" providerId="LiveId" clId="{87FA5D72-00C3-4FC7-A233-FF81BEA084C0}" dt="2025-08-04T17:17:33.635" v="593" actId="164"/>
          <ac:grpSpMkLst>
            <pc:docMk/>
            <pc:sldMk cId="1009855782" sldId="273"/>
            <ac:grpSpMk id="17" creationId="{ABCAECD3-E3E5-4A6F-3533-E9CB8865382D}"/>
          </ac:grpSpMkLst>
        </pc:grpChg>
        <pc:grpChg chg="add mod">
          <ac:chgData name="Shrinidhi Senthilkumar" userId="6aa813ab5956ad4a" providerId="LiveId" clId="{87FA5D72-00C3-4FC7-A233-FF81BEA084C0}" dt="2025-08-04T17:18:28.594" v="603" actId="1076"/>
          <ac:grpSpMkLst>
            <pc:docMk/>
            <pc:sldMk cId="1009855782" sldId="273"/>
            <ac:grpSpMk id="18" creationId="{33CEB243-30E9-C63E-4335-1B5893ACF477}"/>
          </ac:grpSpMkLst>
        </pc:grpChg>
        <pc:graphicFrameChg chg="modGraphic">
          <ac:chgData name="Shrinidhi Senthilkumar" userId="6aa813ab5956ad4a" providerId="LiveId" clId="{87FA5D72-00C3-4FC7-A233-FF81BEA084C0}" dt="2025-08-04T17:13:10.348" v="560" actId="20577"/>
          <ac:graphicFrameMkLst>
            <pc:docMk/>
            <pc:sldMk cId="1009855782" sldId="273"/>
            <ac:graphicFrameMk id="4194306" creationId="{CA33E79B-9D1D-B4E7-18EC-5ECA58904489}"/>
          </ac:graphicFrameMkLst>
        </pc:graphicFrameChg>
        <pc:picChg chg="add mod">
          <ac:chgData name="Shrinidhi Senthilkumar" userId="6aa813ab5956ad4a" providerId="LiveId" clId="{87FA5D72-00C3-4FC7-A233-FF81BEA084C0}" dt="2025-08-04T17:17:52.528" v="596" actId="164"/>
          <ac:picMkLst>
            <pc:docMk/>
            <pc:sldMk cId="1009855782" sldId="273"/>
            <ac:picMk id="9" creationId="{A90EBB6B-61A2-6A4C-C3C7-E2CD31493CE0}"/>
          </ac:picMkLst>
        </pc:picChg>
        <pc:picChg chg="add mod">
          <ac:chgData name="Shrinidhi Senthilkumar" userId="6aa813ab5956ad4a" providerId="LiveId" clId="{87FA5D72-00C3-4FC7-A233-FF81BEA084C0}" dt="2025-08-04T17:17:52.528" v="596" actId="164"/>
          <ac:picMkLst>
            <pc:docMk/>
            <pc:sldMk cId="1009855782" sldId="273"/>
            <ac:picMk id="11" creationId="{591066CF-51FC-54E0-A0BD-EBEDB104038E}"/>
          </ac:picMkLst>
        </pc:picChg>
        <pc:picChg chg="add mod">
          <ac:chgData name="Shrinidhi Senthilkumar" userId="6aa813ab5956ad4a" providerId="LiveId" clId="{87FA5D72-00C3-4FC7-A233-FF81BEA084C0}" dt="2025-08-04T17:17:52.528" v="596" actId="164"/>
          <ac:picMkLst>
            <pc:docMk/>
            <pc:sldMk cId="1009855782" sldId="273"/>
            <ac:picMk id="14" creationId="{C152AC93-A026-25B8-00D2-1BCBBFBFB520}"/>
          </ac:picMkLst>
        </pc:picChg>
        <pc:picChg chg="add mod">
          <ac:chgData name="Shrinidhi Senthilkumar" userId="6aa813ab5956ad4a" providerId="LiveId" clId="{87FA5D72-00C3-4FC7-A233-FF81BEA084C0}" dt="2025-08-04T17:17:52.528" v="596" actId="164"/>
          <ac:picMkLst>
            <pc:docMk/>
            <pc:sldMk cId="1009855782" sldId="273"/>
            <ac:picMk id="16" creationId="{9C5929B7-92E2-483D-756B-A7F1763C2441}"/>
          </ac:picMkLst>
        </pc:picChg>
        <pc:picChg chg="add mod">
          <ac:chgData name="Shrinidhi Senthilkumar" userId="6aa813ab5956ad4a" providerId="LiveId" clId="{87FA5D72-00C3-4FC7-A233-FF81BEA084C0}" dt="2025-08-04T17:23:29.605" v="612"/>
          <ac:picMkLst>
            <pc:docMk/>
            <pc:sldMk cId="1009855782" sldId="273"/>
            <ac:picMk id="19" creationId="{EDB022CD-CC01-B092-189A-4BFD0014640D}"/>
          </ac:picMkLst>
        </pc:picChg>
        <pc:picChg chg="add">
          <ac:chgData name="Shrinidhi Senthilkumar" userId="6aa813ab5956ad4a" providerId="LiveId" clId="{87FA5D72-00C3-4FC7-A233-FF81BEA084C0}" dt="2025-08-04T17:13:23.039" v="561"/>
          <ac:picMkLst>
            <pc:docMk/>
            <pc:sldMk cId="1009855782" sldId="273"/>
            <ac:picMk id="1028" creationId="{323F0899-9A75-76A5-C320-E5C8F67C9797}"/>
          </ac:picMkLst>
        </pc:picChg>
        <pc:picChg chg="add">
          <ac:chgData name="Shrinidhi Senthilkumar" userId="6aa813ab5956ad4a" providerId="LiveId" clId="{87FA5D72-00C3-4FC7-A233-FF81BEA084C0}" dt="2025-08-04T17:14:09.855" v="568"/>
          <ac:picMkLst>
            <pc:docMk/>
            <pc:sldMk cId="1009855782" sldId="273"/>
            <ac:picMk id="1030" creationId="{F1A84604-E27A-CEC3-9046-2E5D73E51A3E}"/>
          </ac:picMkLst>
        </pc:picChg>
        <pc:picChg chg="add">
          <ac:chgData name="Shrinidhi Senthilkumar" userId="6aa813ab5956ad4a" providerId="LiveId" clId="{87FA5D72-00C3-4FC7-A233-FF81BEA084C0}" dt="2025-08-04T17:16:15.823" v="582"/>
          <ac:picMkLst>
            <pc:docMk/>
            <pc:sldMk cId="1009855782" sldId="273"/>
            <ac:picMk id="1032" creationId="{A5CB3C25-ABEE-AB93-2413-1E3BB6C210EE}"/>
          </ac:picMkLst>
        </pc:picChg>
        <pc:cxnChg chg="add mod">
          <ac:chgData name="Shrinidhi Senthilkumar" userId="6aa813ab5956ad4a" providerId="LiveId" clId="{87FA5D72-00C3-4FC7-A233-FF81BEA084C0}" dt="2025-08-04T17:12:41.234" v="523" actId="14100"/>
          <ac:cxnSpMkLst>
            <pc:docMk/>
            <pc:sldMk cId="1009855782" sldId="273"/>
            <ac:cxnSpMk id="5" creationId="{6593B819-E3B2-3921-93F8-6103DB6444CF}"/>
          </ac:cxnSpMkLst>
        </pc:cxnChg>
        <pc:cxnChg chg="del">
          <ac:chgData name="Shrinidhi Senthilkumar" userId="6aa813ab5956ad4a" providerId="LiveId" clId="{87FA5D72-00C3-4FC7-A233-FF81BEA084C0}" dt="2025-08-04T17:05:48.407" v="475" actId="478"/>
          <ac:cxnSpMkLst>
            <pc:docMk/>
            <pc:sldMk cId="1009855782" sldId="273"/>
            <ac:cxnSpMk id="15" creationId="{C03B18F8-37C9-161E-342E-9AC8C6FDADBF}"/>
          </ac:cxnSpMkLst>
        </pc:cxnChg>
      </pc:sldChg>
      <pc:sldChg chg="addSp delSp modSp add mod ord">
        <pc:chgData name="Shrinidhi Senthilkumar" userId="6aa813ab5956ad4a" providerId="LiveId" clId="{87FA5D72-00C3-4FC7-A233-FF81BEA084C0}" dt="2025-08-04T17:55:33.770" v="840" actId="1076"/>
        <pc:sldMkLst>
          <pc:docMk/>
          <pc:sldMk cId="3074769979" sldId="274"/>
        </pc:sldMkLst>
        <pc:spChg chg="add mod">
          <ac:chgData name="Shrinidhi Senthilkumar" userId="6aa813ab5956ad4a" providerId="LiveId" clId="{87FA5D72-00C3-4FC7-A233-FF81BEA084C0}" dt="2025-08-04T17:48:32.501" v="776" actId="1076"/>
          <ac:spMkLst>
            <pc:docMk/>
            <pc:sldMk cId="3074769979" sldId="274"/>
            <ac:spMk id="3" creationId="{89B2F97D-E251-1A02-82ED-1B27190D9E9B}"/>
          </ac:spMkLst>
        </pc:spChg>
        <pc:spChg chg="add mod">
          <ac:chgData name="Shrinidhi Senthilkumar" userId="6aa813ab5956ad4a" providerId="LiveId" clId="{87FA5D72-00C3-4FC7-A233-FF81BEA084C0}" dt="2025-08-04T17:45:36.592" v="699"/>
          <ac:spMkLst>
            <pc:docMk/>
            <pc:sldMk cId="3074769979" sldId="274"/>
            <ac:spMk id="4" creationId="{16284701-5E4C-5385-CD53-A7D7C7978BCE}"/>
          </ac:spMkLst>
        </pc:spChg>
        <pc:spChg chg="add del mod">
          <ac:chgData name="Shrinidhi Senthilkumar" userId="6aa813ab5956ad4a" providerId="LiveId" clId="{87FA5D72-00C3-4FC7-A233-FF81BEA084C0}" dt="2025-08-04T17:54:37.977" v="837"/>
          <ac:spMkLst>
            <pc:docMk/>
            <pc:sldMk cId="3074769979" sldId="274"/>
            <ac:spMk id="5" creationId="{8831757D-F06D-B052-DE62-D6A47C984654}"/>
          </ac:spMkLst>
        </pc:spChg>
        <pc:spChg chg="add mod">
          <ac:chgData name="Shrinidhi Senthilkumar" userId="6aa813ab5956ad4a" providerId="LiveId" clId="{87FA5D72-00C3-4FC7-A233-FF81BEA084C0}" dt="2025-08-04T17:54:07.670" v="818" actId="1076"/>
          <ac:spMkLst>
            <pc:docMk/>
            <pc:sldMk cId="3074769979" sldId="274"/>
            <ac:spMk id="6" creationId="{346D9ECE-22C2-CE9F-B658-42633FBF6E79}"/>
          </ac:spMkLst>
        </pc:spChg>
        <pc:spChg chg="add mod">
          <ac:chgData name="Shrinidhi Senthilkumar" userId="6aa813ab5956ad4a" providerId="LiveId" clId="{87FA5D72-00C3-4FC7-A233-FF81BEA084C0}" dt="2025-08-04T17:55:33.770" v="840" actId="1076"/>
          <ac:spMkLst>
            <pc:docMk/>
            <pc:sldMk cId="3074769979" sldId="274"/>
            <ac:spMk id="7" creationId="{4A1A33B4-0F24-0296-77E5-23F815F367D3}"/>
          </ac:spMkLst>
        </pc:spChg>
        <pc:spChg chg="mod">
          <ac:chgData name="Shrinidhi Senthilkumar" userId="6aa813ab5956ad4a" providerId="LiveId" clId="{87FA5D72-00C3-4FC7-A233-FF81BEA084C0}" dt="2025-08-04T17:55:26.091" v="839" actId="1076"/>
          <ac:spMkLst>
            <pc:docMk/>
            <pc:sldMk cId="3074769979" sldId="274"/>
            <ac:spMk id="21" creationId="{30A9F357-8763-0D83-FE25-5365626DF144}"/>
          </ac:spMkLst>
        </pc:spChg>
        <pc:spChg chg="mod">
          <ac:chgData name="Shrinidhi Senthilkumar" userId="6aa813ab5956ad4a" providerId="LiveId" clId="{87FA5D72-00C3-4FC7-A233-FF81BEA084C0}" dt="2025-08-04T17:53:54.930" v="816" actId="1076"/>
          <ac:spMkLst>
            <pc:docMk/>
            <pc:sldMk cId="3074769979" sldId="274"/>
            <ac:spMk id="1048597" creationId="{6C4DF6E5-507A-B4FF-3109-9B235A4D8B6E}"/>
          </ac:spMkLst>
        </pc:spChg>
        <pc:grpChg chg="del">
          <ac:chgData name="Shrinidhi Senthilkumar" userId="6aa813ab5956ad4a" providerId="LiveId" clId="{87FA5D72-00C3-4FC7-A233-FF81BEA084C0}" dt="2025-08-04T17:40:10.656" v="616" actId="478"/>
          <ac:grpSpMkLst>
            <pc:docMk/>
            <pc:sldMk cId="3074769979" sldId="274"/>
            <ac:grpSpMk id="13" creationId="{4F0F6C3B-55A3-D02C-1791-9621105ADB57}"/>
          </ac:grpSpMkLst>
        </pc:grpChg>
        <pc:graphicFrameChg chg="modGraphic">
          <ac:chgData name="Shrinidhi Senthilkumar" userId="6aa813ab5956ad4a" providerId="LiveId" clId="{87FA5D72-00C3-4FC7-A233-FF81BEA084C0}" dt="2025-08-04T17:41:22.060" v="640" actId="20577"/>
          <ac:graphicFrameMkLst>
            <pc:docMk/>
            <pc:sldMk cId="3074769979" sldId="274"/>
            <ac:graphicFrameMk id="4194306" creationId="{38C409FC-7AE7-C091-EA78-EFDD9A899D54}"/>
          </ac:graphicFrameMkLst>
        </pc:graphicFrameChg>
        <pc:graphicFrameChg chg="del">
          <ac:chgData name="Shrinidhi Senthilkumar" userId="6aa813ab5956ad4a" providerId="LiveId" clId="{87FA5D72-00C3-4FC7-A233-FF81BEA084C0}" dt="2025-08-04T17:40:10.656" v="616" actId="478"/>
          <ac:graphicFrameMkLst>
            <pc:docMk/>
            <pc:sldMk cId="3074769979" sldId="274"/>
            <ac:graphicFrameMk id="4194307" creationId="{CFB5BDB6-011F-C7AE-3908-01BA10C8EB78}"/>
          </ac:graphicFrameMkLst>
        </pc:graphicFrameChg>
        <pc:cxnChg chg="add mod">
          <ac:chgData name="Shrinidhi Senthilkumar" userId="6aa813ab5956ad4a" providerId="LiveId" clId="{87FA5D72-00C3-4FC7-A233-FF81BEA084C0}" dt="2025-08-04T17:41:29.882" v="643" actId="1035"/>
          <ac:cxnSpMkLst>
            <pc:docMk/>
            <pc:sldMk cId="3074769979" sldId="274"/>
            <ac:cxnSpMk id="2" creationId="{94E15901-DC08-D868-8ADB-10D8CED376F8}"/>
          </ac:cxnSpMkLst>
        </pc:cxnChg>
        <pc:cxnChg chg="del">
          <ac:chgData name="Shrinidhi Senthilkumar" userId="6aa813ab5956ad4a" providerId="LiveId" clId="{87FA5D72-00C3-4FC7-A233-FF81BEA084C0}" dt="2025-08-04T17:40:10.656" v="616" actId="478"/>
          <ac:cxnSpMkLst>
            <pc:docMk/>
            <pc:sldMk cId="3074769979" sldId="274"/>
            <ac:cxnSpMk id="15" creationId="{B1E220EF-6710-12C5-261D-C3C983DD0515}"/>
          </ac:cxnSpMkLst>
        </pc:cxnChg>
      </pc:sldChg>
      <pc:sldChg chg="del">
        <pc:chgData name="Shrinidhi Senthilkumar" userId="6aa813ab5956ad4a" providerId="LiveId" clId="{87FA5D72-00C3-4FC7-A233-FF81BEA084C0}" dt="2025-08-04T06:16:03.959" v="108" actId="2696"/>
        <pc:sldMkLst>
          <pc:docMk/>
          <pc:sldMk cId="0" sldId="275"/>
        </pc:sldMkLst>
      </pc:sldChg>
      <pc:sldChg chg="del">
        <pc:chgData name="Shrinidhi Senthilkumar" userId="6aa813ab5956ad4a" providerId="LiveId" clId="{87FA5D72-00C3-4FC7-A233-FF81BEA084C0}" dt="2025-08-04T06:16:09.526" v="110" actId="2696"/>
        <pc:sldMkLst>
          <pc:docMk/>
          <pc:sldMk cId="3766401350" sldId="27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9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69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69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9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b" anchorCtr="0" compatLnSpc="1">
            <a:prstTxWarp prst="textNoShape">
              <a:avLst/>
            </a:prstTxWarp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9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b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78295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582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4858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8/4/2025</a:t>
            </a:fld>
            <a:endParaRPr lang="en-US"/>
          </a:p>
        </p:txBody>
      </p:sp>
      <p:sp>
        <p:nvSpPr>
          <p:cNvPr id="104858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58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590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59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8/4/2025</a:t>
            </a:fld>
            <a:endParaRPr lang="en-US"/>
          </a:p>
        </p:txBody>
      </p:sp>
      <p:sp>
        <p:nvSpPr>
          <p:cNvPr id="104859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59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4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65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6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8/4/2025</a:t>
            </a:fld>
            <a:endParaRPr lang="en-US"/>
          </a:p>
        </p:txBody>
      </p:sp>
      <p:sp>
        <p:nvSpPr>
          <p:cNvPr id="104866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6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70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71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72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8/4/2025</a:t>
            </a:fld>
            <a:endParaRPr lang="en-US"/>
          </a:p>
        </p:txBody>
      </p:sp>
      <p:sp>
        <p:nvSpPr>
          <p:cNvPr id="1048673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74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76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77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78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79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80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8/4/2025</a:t>
            </a:fld>
            <a:endParaRPr lang="en-US"/>
          </a:p>
        </p:txBody>
      </p:sp>
      <p:sp>
        <p:nvSpPr>
          <p:cNvPr id="1048681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82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45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8/4/2025</a:t>
            </a:fld>
            <a:endParaRPr lang="en-US"/>
          </a:p>
        </p:txBody>
      </p:sp>
      <p:sp>
        <p:nvSpPr>
          <p:cNvPr id="1048646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47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3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8/4/2025</a:t>
            </a:fld>
            <a:endParaRPr lang="en-US"/>
          </a:p>
        </p:txBody>
      </p:sp>
      <p:sp>
        <p:nvSpPr>
          <p:cNvPr id="1048684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8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6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87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88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8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8/4/2025</a:t>
            </a:fld>
            <a:endParaRPr lang="en-US"/>
          </a:p>
        </p:txBody>
      </p:sp>
      <p:sp>
        <p:nvSpPr>
          <p:cNvPr id="104869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91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3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54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1048655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5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8/4/2025</a:t>
            </a:fld>
            <a:endParaRPr lang="en-US"/>
          </a:p>
        </p:txBody>
      </p:sp>
      <p:sp>
        <p:nvSpPr>
          <p:cNvPr id="104865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5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60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6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8/4/2025</a:t>
            </a:fld>
            <a:endParaRPr lang="en-US"/>
          </a:p>
        </p:txBody>
      </p:sp>
      <p:sp>
        <p:nvSpPr>
          <p:cNvPr id="104866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6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8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49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5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8/4/2025</a:t>
            </a:fld>
            <a:endParaRPr lang="en-US"/>
          </a:p>
        </p:txBody>
      </p:sp>
      <p:sp>
        <p:nvSpPr>
          <p:cNvPr id="104865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5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8/4/2025</a:t>
            </a:fld>
            <a:endParaRPr lang="en-US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ieeexplore.ieee.org/abstract/document/8385275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academia.edu/42697646/IOT_Based_Crop_Protection_System_against_Birds_and_Wild_Animal_Attacks" TargetMode="External"/><Relationship Id="rId5" Type="http://schemas.openxmlformats.org/officeDocument/2006/relationships/hyperlink" Target="https://ieeexplore.ieee.org/abstract/document/10192812" TargetMode="External"/><Relationship Id="rId4" Type="http://schemas.openxmlformats.org/officeDocument/2006/relationships/hyperlink" Target="https://www.sciencedirect.com/science/article/abs/pii/S026121941000178X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6" name="TextBox 4"/>
          <p:cNvSpPr txBox="1"/>
          <p:nvPr/>
        </p:nvSpPr>
        <p:spPr>
          <a:xfrm>
            <a:off x="152400" y="1047750"/>
            <a:ext cx="8915400" cy="1011682"/>
          </a:xfrm>
          <a:prstGeom prst="rect">
            <a:avLst/>
          </a:prstGeom>
          <a:noFill/>
        </p:spPr>
        <p:txBody>
          <a:bodyPr wrap="square" lIns="87499" tIns="43749" rIns="87499" bIns="43749" rtlCol="0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itchFamily="18" charset="0"/>
              </a:rPr>
              <a:t>Department of Electronics and Communication Engineering</a:t>
            </a:r>
          </a:p>
          <a:p>
            <a:pPr algn="ctr"/>
            <a:r>
              <a:rPr 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itchFamily="18" charset="0"/>
              </a:rPr>
              <a:t>B.E – ECE( 3</a:t>
            </a:r>
            <a:r>
              <a:rPr lang="en-US" sz="2000" b="1" baseline="30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itchFamily="18" charset="0"/>
              </a:rPr>
              <a:t>rd</a:t>
            </a:r>
            <a:r>
              <a:rPr 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itchFamily="18" charset="0"/>
              </a:rPr>
              <a:t> Year B)</a:t>
            </a:r>
          </a:p>
          <a:p>
            <a:pPr algn="ctr"/>
            <a:r>
              <a:rPr lang="en-US" sz="1600" b="1" dirty="0">
                <a:latin typeface="Times New Roman" panose="02020603050405020304" pitchFamily="18" charset="0"/>
                <a:cs typeface="Times New Roman" pitchFamily="18" charset="0"/>
              </a:rPr>
              <a:t> </a:t>
            </a:r>
          </a:p>
        </p:txBody>
      </p:sp>
      <p:graphicFrame>
        <p:nvGraphicFramePr>
          <p:cNvPr id="4194304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4499425"/>
              </p:ext>
            </p:extLst>
          </p:nvPr>
        </p:nvGraphicFramePr>
        <p:xfrm>
          <a:off x="152400" y="3257550"/>
          <a:ext cx="8839201" cy="1714500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30473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243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675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290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600" i="1" dirty="0">
                          <a:latin typeface="Times New Roman" pitchFamily="18" charset="0"/>
                          <a:cs typeface="Times New Roman" pitchFamily="18" charset="0"/>
                        </a:rPr>
                        <a:t>Presented</a:t>
                      </a:r>
                      <a:r>
                        <a:rPr lang="en-US" sz="1600" i="1" baseline="0" dirty="0">
                          <a:latin typeface="Times New Roman" pitchFamily="18" charset="0"/>
                          <a:cs typeface="Times New Roman" pitchFamily="18" charset="0"/>
                        </a:rPr>
                        <a:t> By</a:t>
                      </a:r>
                      <a:endParaRPr lang="en-US" sz="1600" b="1" i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34290" marB="34290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i="1" dirty="0">
                          <a:latin typeface="Times New Roman" pitchFamily="18" charset="0"/>
                          <a:cs typeface="Times New Roman" pitchFamily="18" charset="0"/>
                        </a:rPr>
                        <a:t>           Under the Mentoring of</a:t>
                      </a:r>
                    </a:p>
                  </a:txBody>
                  <a:tcPr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60">
                <a:tc rowSpan="2"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    Shrinidhi S</a:t>
                      </a:r>
                    </a:p>
                    <a:p>
                      <a:pPr algn="ctr"/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Ramyapriya V                         </a:t>
                      </a:r>
                      <a:endParaRPr lang="en-US" sz="1400" dirty="0">
                        <a:solidFill>
                          <a:schemeClr val="bg1">
                            <a:lumMod val="6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                               </a:t>
                      </a:r>
                      <a:endParaRPr lang="en-US" sz="1400" dirty="0">
                        <a:solidFill>
                          <a:schemeClr val="bg1">
                            <a:lumMod val="6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34290" marB="34290"/>
                </a:tc>
                <a:tc rowSpan="2">
                  <a:txBody>
                    <a:bodyPr/>
                    <a:lstStyle/>
                    <a:p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   23EC145</a:t>
                      </a:r>
                    </a:p>
                    <a:p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   23EC113           </a:t>
                      </a:r>
                      <a:endParaRPr lang="en-US" sz="1400" dirty="0">
                        <a:solidFill>
                          <a:schemeClr val="bg1">
                            <a:lumMod val="6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              </a:t>
                      </a:r>
                      <a:endParaRPr lang="en-US" sz="1400" dirty="0">
                        <a:solidFill>
                          <a:schemeClr val="bg1">
                            <a:lumMod val="6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             </a:t>
                      </a:r>
                      <a:endParaRPr lang="en-US" sz="1400" dirty="0">
                        <a:solidFill>
                          <a:schemeClr val="bg1">
                            <a:lumMod val="6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 vMerge="1">
                  <a:txBody>
                    <a:bodyPr/>
                    <a:lstStyle/>
                    <a:p>
                      <a:endParaRPr lang="en-US" sz="1400" dirty="0">
                        <a:solidFill>
                          <a:schemeClr val="bg1">
                            <a:lumMod val="6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34290" marB="34290"/>
                </a:tc>
                <a:tc vMerge="1">
                  <a:txBody>
                    <a:bodyPr/>
                    <a:lstStyle/>
                    <a:p>
                      <a:endParaRPr lang="en-US" sz="1400" dirty="0">
                        <a:solidFill>
                          <a:schemeClr val="bg1">
                            <a:lumMod val="6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Assistant Professor / </a:t>
                      </a:r>
                    </a:p>
                    <a:p>
                      <a:pPr algn="ctr"/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ECE department</a:t>
                      </a:r>
                    </a:p>
                  </a:txBody>
                  <a:tcPr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48587" name="Frame 10"/>
          <p:cNvSpPr/>
          <p:nvPr/>
        </p:nvSpPr>
        <p:spPr>
          <a:xfrm>
            <a:off x="0" y="0"/>
            <a:ext cx="9144000" cy="5143500"/>
          </a:xfrm>
          <a:prstGeom prst="frame">
            <a:avLst>
              <a:gd name="adj1" fmla="val 1791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194305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2704677"/>
              </p:ext>
            </p:extLst>
          </p:nvPr>
        </p:nvGraphicFramePr>
        <p:xfrm>
          <a:off x="152400" y="1962150"/>
          <a:ext cx="8839200" cy="129540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883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0720">
                <a:tc>
                  <a:txBody>
                    <a:bodyPr/>
                    <a:lstStyle/>
                    <a:p>
                      <a:pPr algn="ctr"/>
                      <a:r>
                        <a:rPr lang="en-US" sz="1800" i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Crop Protection System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680">
                <a:tc>
                  <a:txBody>
                    <a:bodyPr/>
                    <a:lstStyle/>
                    <a:p>
                      <a:pPr algn="l"/>
                      <a:r>
                        <a:rPr lang="en-US" b="1" i="0" dirty="0">
                          <a:latin typeface="Times New Roman" pitchFamily="18" charset="0"/>
                          <a:cs typeface="Times New Roman" pitchFamily="18" charset="0"/>
                        </a:rPr>
                        <a:t>                                             </a:t>
                      </a:r>
                      <a:endParaRPr lang="en-US" b="1" i="0" dirty="0"/>
                    </a:p>
                    <a:p>
                      <a:pPr algn="ctr"/>
                      <a:r>
                        <a:rPr lang="en-US" i="1" u="sng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cs typeface="Times New Roman" pitchFamily="18" charset="0"/>
                        </a:rPr>
                        <a:t>Domain</a:t>
                      </a:r>
                      <a:r>
                        <a:rPr lang="en-US" i="1" u="none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itchFamily="18" charset="0"/>
                          <a:cs typeface="Times New Roman" pitchFamily="18" charset="0"/>
                        </a:rPr>
                        <a:t>:</a:t>
                      </a: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 ARM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48588" name="Frame 15"/>
          <p:cNvSpPr/>
          <p:nvPr/>
        </p:nvSpPr>
        <p:spPr>
          <a:xfrm>
            <a:off x="0" y="0"/>
            <a:ext cx="9144000" cy="1123950"/>
          </a:xfrm>
          <a:prstGeom prst="frame">
            <a:avLst>
              <a:gd name="adj1" fmla="val 6750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" y="133350"/>
            <a:ext cx="87630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2400" y="133350"/>
            <a:ext cx="12954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9" name="Picture 15" descr="Elephant trespassers: Angels or beasts? - CGTN">
            <a:extLst>
              <a:ext uri="{FF2B5EF4-FFF2-40B4-BE49-F238E27FC236}">
                <a16:creationId xmlns:a16="http://schemas.microsoft.com/office/drawing/2014/main" id="{270C499F-04A7-A357-6C9F-F11FAF0512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70" y="29822"/>
            <a:ext cx="9042335" cy="50637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8594" name="Frame 4"/>
          <p:cNvSpPr/>
          <p:nvPr/>
        </p:nvSpPr>
        <p:spPr>
          <a:xfrm>
            <a:off x="0" y="0"/>
            <a:ext cx="9144000" cy="5143500"/>
          </a:xfrm>
          <a:prstGeom prst="frame">
            <a:avLst>
              <a:gd name="adj1" fmla="val 1148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aphicFrame>
        <p:nvGraphicFramePr>
          <p:cNvPr id="4194307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3947550"/>
              </p:ext>
            </p:extLst>
          </p:nvPr>
        </p:nvGraphicFramePr>
        <p:xfrm>
          <a:off x="66504" y="4781550"/>
          <a:ext cx="8991600" cy="243840"/>
        </p:xfrm>
        <a:graphic>
          <a:graphicData uri="http://schemas.openxmlformats.org/drawingml/2006/table">
            <a:tbl>
              <a:tblPr firstRow="1" bandRow="1">
                <a:tableStyleId>{18603FDC-E32A-4AB5-989C-0864C3EAD2B8}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31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621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84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712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1920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Chennai Institute of Technology</a:t>
                      </a:r>
                      <a:endParaRPr lang="en-US" sz="100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B.E</a:t>
                      </a:r>
                      <a:r>
                        <a:rPr lang="en-US" sz="1000" b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sz="100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ECE</a:t>
                      </a: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Zeroth Review</a:t>
                      </a:r>
                      <a:endParaRPr lang="en-US" sz="100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fld id="{7EAA4ACD-EF4C-4C4A-A4DB-36C89073D6BC}" type="datetime1">
                        <a:rPr lang="en-US" sz="1000" b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pPr marL="0" marR="0" indent="0" algn="ctr" defTabSz="130622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</a:pPr>
                        <a:t>8/4/2025</a:t>
                      </a:fld>
                      <a:endParaRPr lang="en-US" sz="100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lvl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fld id="{EBA5458A-C390-44F0-8476-F58E175F6D26}" type="slidenum">
                        <a:rPr lang="en-US" sz="1000" b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pPr marL="0" marR="0" lvl="0" indent="0" algn="ctr" defTabSz="130622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</a:pPr>
                        <a:t>2</a:t>
                      </a:fld>
                      <a:endParaRPr lang="en-US" sz="100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48595" name="Frame 10"/>
          <p:cNvSpPr/>
          <p:nvPr/>
        </p:nvSpPr>
        <p:spPr>
          <a:xfrm>
            <a:off x="0" y="0"/>
            <a:ext cx="1143000" cy="854690"/>
          </a:xfrm>
          <a:prstGeom prst="frame">
            <a:avLst>
              <a:gd name="adj1" fmla="val 2877"/>
            </a:avLst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48597" name="Frame 8"/>
          <p:cNvSpPr/>
          <p:nvPr/>
        </p:nvSpPr>
        <p:spPr>
          <a:xfrm>
            <a:off x="1143000" y="0"/>
            <a:ext cx="8001000" cy="854690"/>
          </a:xfrm>
          <a:prstGeom prst="frame">
            <a:avLst>
              <a:gd name="adj1" fmla="val 2877"/>
            </a:avLst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5250" y="83472"/>
            <a:ext cx="97155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76E752B9-90D2-F90B-3F59-C577517217FF}"/>
              </a:ext>
            </a:extLst>
          </p:cNvPr>
          <p:cNvSpPr txBox="1"/>
          <p:nvPr/>
        </p:nvSpPr>
        <p:spPr>
          <a:xfrm>
            <a:off x="50833" y="1428750"/>
            <a:ext cx="9022941" cy="247952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71450" indent="-1714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Wild animals frequently invade farmlands, causing severe crop damage and financial losses for farmers.</a:t>
            </a:r>
          </a:p>
          <a:p>
            <a:pPr marL="171450" indent="-1714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methods like fencing are often ineffective — animals can jump over or break through them.</a:t>
            </a:r>
          </a:p>
          <a:p>
            <a:pPr marL="171450" indent="-1714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of electric fences or harmful traps is illegal and unsafe for animals and humans.</a:t>
            </a:r>
          </a:p>
          <a:p>
            <a:pPr marL="171450" indent="-1714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critical need for a non-harmful, intelligent, and automated system that can detect animal intrusions and protect crops, especially during nighttime when human monitoring is not possible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graphicFrame>
        <p:nvGraphicFramePr>
          <p:cNvPr id="4194306" name="Content Placeholder 1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79226695"/>
              </p:ext>
            </p:extLst>
          </p:nvPr>
        </p:nvGraphicFramePr>
        <p:xfrm>
          <a:off x="1142999" y="0"/>
          <a:ext cx="8001001" cy="854691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80010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37768">
                <a:tc>
                  <a:txBody>
                    <a:bodyPr/>
                    <a:lstStyle/>
                    <a:p>
                      <a:pPr marL="0" marR="0" indent="0" algn="ctr" defTabSz="10449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4488" marR="9448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6923"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PROBLEM STATEMENT</a:t>
                      </a:r>
                    </a:p>
                  </a:txBody>
                  <a:tcPr marL="94488" marR="9448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54C1E1-D529-FF15-1EC4-73E578D354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 descr="Rampaging Wild Boars Cause Havoc, Destroy Crops In North Kashmir">
            <a:extLst>
              <a:ext uri="{FF2B5EF4-FFF2-40B4-BE49-F238E27FC236}">
                <a16:creationId xmlns:a16="http://schemas.microsoft.com/office/drawing/2014/main" id="{893C7C9C-57CD-7C1C-C032-CFB010D73B9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397"/>
          <a:stretch>
            <a:fillRect/>
          </a:stretch>
        </p:blipFill>
        <p:spPr bwMode="auto">
          <a:xfrm>
            <a:off x="44125" y="0"/>
            <a:ext cx="9036358" cy="5086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194306" name="Content Placeholder 15">
            <a:extLst>
              <a:ext uri="{FF2B5EF4-FFF2-40B4-BE49-F238E27FC236}">
                <a16:creationId xmlns:a16="http://schemas.microsoft.com/office/drawing/2014/main" id="{37D808B5-06AE-DB8E-4247-A2F7E252F50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93945510"/>
              </p:ext>
            </p:extLst>
          </p:nvPr>
        </p:nvGraphicFramePr>
        <p:xfrm>
          <a:off x="1142999" y="0"/>
          <a:ext cx="8001001" cy="854691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80010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37768">
                <a:tc>
                  <a:txBody>
                    <a:bodyPr/>
                    <a:lstStyle/>
                    <a:p>
                      <a:pPr marL="0" marR="0" indent="0" algn="ctr" defTabSz="10449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4488" marR="9448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6923"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SOLUTION</a:t>
                      </a:r>
                    </a:p>
                  </a:txBody>
                  <a:tcPr marL="94488" marR="9448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48594" name="Frame 4">
            <a:extLst>
              <a:ext uri="{FF2B5EF4-FFF2-40B4-BE49-F238E27FC236}">
                <a16:creationId xmlns:a16="http://schemas.microsoft.com/office/drawing/2014/main" id="{5508DE95-B22A-AB85-EA4D-C36AED995111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frame">
            <a:avLst>
              <a:gd name="adj1" fmla="val 1148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aphicFrame>
        <p:nvGraphicFramePr>
          <p:cNvPr id="4194307" name="Table 5">
            <a:extLst>
              <a:ext uri="{FF2B5EF4-FFF2-40B4-BE49-F238E27FC236}">
                <a16:creationId xmlns:a16="http://schemas.microsoft.com/office/drawing/2014/main" id="{103A24BD-25FF-453F-0B24-34135A69B9AF}"/>
              </a:ext>
            </a:extLst>
          </p:cNvPr>
          <p:cNvGraphicFramePr>
            <a:graphicFrameLocks noGrp="1"/>
          </p:cNvGraphicFramePr>
          <p:nvPr/>
        </p:nvGraphicFramePr>
        <p:xfrm>
          <a:off x="66504" y="4781550"/>
          <a:ext cx="8991600" cy="243840"/>
        </p:xfrm>
        <a:graphic>
          <a:graphicData uri="http://schemas.openxmlformats.org/drawingml/2006/table">
            <a:tbl>
              <a:tblPr firstRow="1" bandRow="1">
                <a:tableStyleId>{18603FDC-E32A-4AB5-989C-0864C3EAD2B8}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31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621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84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712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1920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Chennai Institute of Technology</a:t>
                      </a:r>
                      <a:endParaRPr lang="en-US" sz="100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B.E</a:t>
                      </a:r>
                      <a:r>
                        <a:rPr lang="en-US" sz="1000" b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sz="100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ECE</a:t>
                      </a: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Zeroth Review</a:t>
                      </a:r>
                      <a:endParaRPr lang="en-US" sz="100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fld id="{7EAA4ACD-EF4C-4C4A-A4DB-36C89073D6BC}" type="datetime1">
                        <a:rPr lang="en-US" sz="1000" b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pPr marL="0" marR="0" indent="0" algn="ctr" defTabSz="130622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</a:pPr>
                        <a:t>8/4/2025</a:t>
                      </a:fld>
                      <a:endParaRPr lang="en-US" sz="100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lvl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fld id="{EBA5458A-C390-44F0-8476-F58E175F6D26}" type="slidenum">
                        <a:rPr lang="en-US" sz="1000" b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pPr marL="0" marR="0" lvl="0" indent="0" algn="ctr" defTabSz="130622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</a:pPr>
                        <a:t>3</a:t>
                      </a:fld>
                      <a:endParaRPr lang="en-US" sz="100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48595" name="Frame 10">
            <a:extLst>
              <a:ext uri="{FF2B5EF4-FFF2-40B4-BE49-F238E27FC236}">
                <a16:creationId xmlns:a16="http://schemas.microsoft.com/office/drawing/2014/main" id="{0A28166B-B406-2A9A-6C5C-5059E9562A5C}"/>
              </a:ext>
            </a:extLst>
          </p:cNvPr>
          <p:cNvSpPr/>
          <p:nvPr/>
        </p:nvSpPr>
        <p:spPr>
          <a:xfrm>
            <a:off x="0" y="0"/>
            <a:ext cx="1143000" cy="854690"/>
          </a:xfrm>
          <a:prstGeom prst="frame">
            <a:avLst>
              <a:gd name="adj1" fmla="val 2877"/>
            </a:avLst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48597" name="Frame 8">
            <a:extLst>
              <a:ext uri="{FF2B5EF4-FFF2-40B4-BE49-F238E27FC236}">
                <a16:creationId xmlns:a16="http://schemas.microsoft.com/office/drawing/2014/main" id="{1CC14AA3-B279-2BC0-4C4F-3C34CC997584}"/>
              </a:ext>
            </a:extLst>
          </p:cNvPr>
          <p:cNvSpPr/>
          <p:nvPr/>
        </p:nvSpPr>
        <p:spPr>
          <a:xfrm>
            <a:off x="1143000" y="0"/>
            <a:ext cx="8001000" cy="854690"/>
          </a:xfrm>
          <a:prstGeom prst="frame">
            <a:avLst>
              <a:gd name="adj1" fmla="val 2877"/>
            </a:avLst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1FF525BD-EB23-5ED9-3C0D-95B60A50D9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5250" y="83472"/>
            <a:ext cx="97155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29B00693-1D75-A98E-CA86-43B94D197798}"/>
              </a:ext>
            </a:extLst>
          </p:cNvPr>
          <p:cNvSpPr txBox="1"/>
          <p:nvPr/>
        </p:nvSpPr>
        <p:spPr>
          <a:xfrm>
            <a:off x="60529" y="824697"/>
            <a:ext cx="9022941" cy="39568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71450" indent="-1714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a thermal imaging sensor (MLX90640) to detect animals based on their body heat — effective even in nighttime or low visibility.</a:t>
            </a:r>
          </a:p>
          <a:p>
            <a:pPr marL="171450" indent="-1714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STM32 microcontroller processes real-time data to identify intrusions intelligently.</a:t>
            </a:r>
          </a:p>
          <a:p>
            <a:pPr marL="171450" indent="-1714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an animal is detected, the system plays high-frequency sound via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DFPlayer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Mini &amp; speaker to scare animals without harming them.</a:t>
            </a:r>
          </a:p>
          <a:p>
            <a:pPr marL="171450" indent="-1714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Optionally logs events to an SD card for later analysis.</a:t>
            </a:r>
          </a:p>
          <a:p>
            <a:pPr marL="171450" indent="-1714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Sends wireless alerts to the farmer using a LoRa module, even in remote areas.</a:t>
            </a:r>
          </a:p>
          <a:p>
            <a:pPr marL="171450" indent="-1714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Entire setup is solar-powered and energy-efficient, making it ideal for off-grid farms.</a:t>
            </a:r>
          </a:p>
        </p:txBody>
      </p:sp>
    </p:spTree>
    <p:extLst>
      <p:ext uri="{BB962C8B-B14F-4D97-AF65-F5344CB8AC3E}">
        <p14:creationId xmlns:p14="http://schemas.microsoft.com/office/powerpoint/2010/main" val="19686801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8C0997-E3D3-C641-E8EC-616136B314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94306" name="Content Placeholder 15">
            <a:extLst>
              <a:ext uri="{FF2B5EF4-FFF2-40B4-BE49-F238E27FC236}">
                <a16:creationId xmlns:a16="http://schemas.microsoft.com/office/drawing/2014/main" id="{DDEDC8E7-076F-9285-A14A-7A10CBEA7111}"/>
              </a:ext>
            </a:extLst>
          </p:cNvPr>
          <p:cNvGraphicFramePr>
            <a:graphicFrameLocks/>
          </p:cNvGraphicFramePr>
          <p:nvPr/>
        </p:nvGraphicFramePr>
        <p:xfrm>
          <a:off x="1142999" y="0"/>
          <a:ext cx="8001001" cy="854691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80010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37768">
                <a:tc>
                  <a:txBody>
                    <a:bodyPr/>
                    <a:lstStyle/>
                    <a:p>
                      <a:pPr marL="0" marR="0" indent="0" algn="ctr" defTabSz="10449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4488" marR="9448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6923"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WORKING</a:t>
                      </a:r>
                    </a:p>
                  </a:txBody>
                  <a:tcPr marL="94488" marR="9448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48594" name="Frame 4">
            <a:extLst>
              <a:ext uri="{FF2B5EF4-FFF2-40B4-BE49-F238E27FC236}">
                <a16:creationId xmlns:a16="http://schemas.microsoft.com/office/drawing/2014/main" id="{6436EB1C-E5D3-F8F8-DC9F-DB42863E7659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frame">
            <a:avLst>
              <a:gd name="adj1" fmla="val 1148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aphicFrame>
        <p:nvGraphicFramePr>
          <p:cNvPr id="4194307" name="Table 5">
            <a:extLst>
              <a:ext uri="{FF2B5EF4-FFF2-40B4-BE49-F238E27FC236}">
                <a16:creationId xmlns:a16="http://schemas.microsoft.com/office/drawing/2014/main" id="{1C248628-4BED-75BA-5287-1A3187E5A2C8}"/>
              </a:ext>
            </a:extLst>
          </p:cNvPr>
          <p:cNvGraphicFramePr>
            <a:graphicFrameLocks noGrp="1"/>
          </p:cNvGraphicFramePr>
          <p:nvPr/>
        </p:nvGraphicFramePr>
        <p:xfrm>
          <a:off x="66504" y="4781550"/>
          <a:ext cx="8991600" cy="243840"/>
        </p:xfrm>
        <a:graphic>
          <a:graphicData uri="http://schemas.openxmlformats.org/drawingml/2006/table">
            <a:tbl>
              <a:tblPr firstRow="1" bandRow="1">
                <a:tableStyleId>{18603FDC-E32A-4AB5-989C-0864C3EAD2B8}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31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621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84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712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1920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Chennai Institute of Technology</a:t>
                      </a:r>
                      <a:endParaRPr lang="en-US" sz="100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B.E</a:t>
                      </a:r>
                      <a:r>
                        <a:rPr lang="en-US" sz="1000" b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sz="100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ECE</a:t>
                      </a: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Zeroth Review</a:t>
                      </a:r>
                      <a:endParaRPr lang="en-US" sz="100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fld id="{7EAA4ACD-EF4C-4C4A-A4DB-36C89073D6BC}" type="datetime1">
                        <a:rPr lang="en-US" sz="1000" b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pPr marL="0" marR="0" indent="0" algn="ctr" defTabSz="130622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</a:pPr>
                        <a:t>8/4/2025</a:t>
                      </a:fld>
                      <a:endParaRPr lang="en-US" sz="100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lvl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fld id="{EBA5458A-C390-44F0-8476-F58E175F6D26}" type="slidenum">
                        <a:rPr lang="en-US" sz="1000" b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pPr marL="0" marR="0" lvl="0" indent="0" algn="ctr" defTabSz="130622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</a:pPr>
                        <a:t>4</a:t>
                      </a:fld>
                      <a:endParaRPr lang="en-US" sz="100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48595" name="Frame 10">
            <a:extLst>
              <a:ext uri="{FF2B5EF4-FFF2-40B4-BE49-F238E27FC236}">
                <a16:creationId xmlns:a16="http://schemas.microsoft.com/office/drawing/2014/main" id="{1D771288-4DD0-C96B-D816-444D84A5CB2F}"/>
              </a:ext>
            </a:extLst>
          </p:cNvPr>
          <p:cNvSpPr/>
          <p:nvPr/>
        </p:nvSpPr>
        <p:spPr>
          <a:xfrm>
            <a:off x="0" y="0"/>
            <a:ext cx="1143000" cy="854690"/>
          </a:xfrm>
          <a:prstGeom prst="frame">
            <a:avLst>
              <a:gd name="adj1" fmla="val 2877"/>
            </a:avLst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48597" name="Frame 8">
            <a:extLst>
              <a:ext uri="{FF2B5EF4-FFF2-40B4-BE49-F238E27FC236}">
                <a16:creationId xmlns:a16="http://schemas.microsoft.com/office/drawing/2014/main" id="{6B42CC17-C9C5-A0A0-11C2-A31CB42FC92E}"/>
              </a:ext>
            </a:extLst>
          </p:cNvPr>
          <p:cNvSpPr/>
          <p:nvPr/>
        </p:nvSpPr>
        <p:spPr>
          <a:xfrm>
            <a:off x="1143000" y="0"/>
            <a:ext cx="8001000" cy="854690"/>
          </a:xfrm>
          <a:prstGeom prst="frame">
            <a:avLst>
              <a:gd name="adj1" fmla="val 2877"/>
            </a:avLst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8A6C7582-AC5B-2DCF-59C7-D338AB948B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5250" y="83472"/>
            <a:ext cx="97155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65E850E5-8705-0349-7AD5-184DB2453789}"/>
              </a:ext>
            </a:extLst>
          </p:cNvPr>
          <p:cNvGrpSpPr/>
          <p:nvPr/>
        </p:nvGrpSpPr>
        <p:grpSpPr>
          <a:xfrm>
            <a:off x="-16705" y="1181624"/>
            <a:ext cx="5688414" cy="3295125"/>
            <a:chOff x="0" y="975160"/>
            <a:chExt cx="5638800" cy="3238066"/>
          </a:xfrm>
        </p:grpSpPr>
        <p:pic>
          <p:nvPicPr>
            <p:cNvPr id="1034" name="Picture 10" descr="PlantUML diagram">
              <a:extLst>
                <a:ext uri="{FF2B5EF4-FFF2-40B4-BE49-F238E27FC236}">
                  <a16:creationId xmlns:a16="http://schemas.microsoft.com/office/drawing/2014/main" id="{70107035-C4B3-6F46-F10C-DEA13F47622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 cstate="print">
              <a:clrChange>
                <a:clrFrom>
                  <a:srgbClr val="FFF5F5"/>
                </a:clrFrom>
                <a:clrTo>
                  <a:srgbClr val="FFF5F5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0104" b="2216"/>
            <a:stretch>
              <a:fillRect/>
            </a:stretch>
          </p:blipFill>
          <p:spPr bwMode="auto">
            <a:xfrm>
              <a:off x="0" y="1474252"/>
              <a:ext cx="5638800" cy="273897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Graphic 11" descr="Paw prints with solid fill">
              <a:extLst>
                <a:ext uri="{FF2B5EF4-FFF2-40B4-BE49-F238E27FC236}">
                  <a16:creationId xmlns:a16="http://schemas.microsoft.com/office/drawing/2014/main" id="{733F7DD1-760A-DEF3-D168-8D94DF733F7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81000" y="975160"/>
              <a:ext cx="518498" cy="518498"/>
            </a:xfrm>
            <a:prstGeom prst="rect">
              <a:avLst/>
            </a:prstGeom>
          </p:spPr>
        </p:pic>
      </p:grp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8BC65E2-E2B0-393E-5309-3D1F15620320}"/>
              </a:ext>
            </a:extLst>
          </p:cNvPr>
          <p:cNvCxnSpPr>
            <a:cxnSpLocks/>
          </p:cNvCxnSpPr>
          <p:nvPr/>
        </p:nvCxnSpPr>
        <p:spPr>
          <a:xfrm>
            <a:off x="5638800" y="975160"/>
            <a:ext cx="23898" cy="3688280"/>
          </a:xfrm>
          <a:prstGeom prst="line">
            <a:avLst/>
          </a:prstGeom>
          <a:ln w="12700">
            <a:prstDash val="sys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236B5CEF-2BFB-90CE-2983-D0E73AD425B5}"/>
              </a:ext>
            </a:extLst>
          </p:cNvPr>
          <p:cNvSpPr txBox="1"/>
          <p:nvPr/>
        </p:nvSpPr>
        <p:spPr>
          <a:xfrm>
            <a:off x="5650749" y="935524"/>
            <a:ext cx="3438696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 algn="just">
              <a:buAutoNum type="arabicPeriod"/>
            </a:pPr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Animal Enters Field</a:t>
            </a:r>
          </a:p>
          <a:p>
            <a:pPr algn="just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wild animal crosses into the crop area.</a:t>
            </a:r>
          </a:p>
          <a:p>
            <a:pPr algn="just"/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Thermal Sensor Detects Presence</a:t>
            </a:r>
          </a:p>
          <a:p>
            <a:pPr algn="just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MLX90640 senses the animal’s body heat.</a:t>
            </a:r>
          </a:p>
          <a:p>
            <a:pPr algn="just"/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STM32 Processes Sensor Data</a:t>
            </a:r>
          </a:p>
          <a:p>
            <a:pPr algn="just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Microcontroller analyzes thermal input to confirm movement/shape.</a:t>
            </a:r>
          </a:p>
          <a:p>
            <a:pPr algn="just"/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Animal Detection Confirmed</a:t>
            </a:r>
          </a:p>
          <a:p>
            <a:pPr algn="just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an animal is detected based on heat pattern → trigger response.</a:t>
            </a:r>
          </a:p>
          <a:p>
            <a:pPr algn="just"/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Sound Deterrent is Activated</a:t>
            </a:r>
          </a:p>
          <a:p>
            <a:pPr algn="just"/>
            <a:r>
              <a:rPr lang="en-US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DFPlayer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Mini plays a specific frequency sound through speaker to scare the animal away (non-harmful).</a:t>
            </a:r>
          </a:p>
          <a:p>
            <a:pPr algn="just"/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Event is Logged</a:t>
            </a:r>
          </a:p>
          <a:p>
            <a:pPr algn="just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Detection and time are optionally saved to a microSD card for record-keeping.</a:t>
            </a:r>
          </a:p>
          <a:p>
            <a:pPr algn="just"/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Farmer is Alerted</a:t>
            </a:r>
          </a:p>
          <a:p>
            <a:pPr algn="just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LoRa/GSM module sends an alert message to the farmer’s mobile device.</a:t>
            </a:r>
          </a:p>
          <a:p>
            <a:pPr algn="just"/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Animal Retreats Safely</a:t>
            </a:r>
          </a:p>
          <a:p>
            <a:pPr algn="just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animal is scared off without harm, and crops remain protected.</a:t>
            </a:r>
          </a:p>
        </p:txBody>
      </p:sp>
    </p:spTree>
    <p:extLst>
      <p:ext uri="{BB962C8B-B14F-4D97-AF65-F5344CB8AC3E}">
        <p14:creationId xmlns:p14="http://schemas.microsoft.com/office/powerpoint/2010/main" val="30630142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94317" name="Content Placeholder 1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76071542"/>
              </p:ext>
            </p:extLst>
          </p:nvPr>
        </p:nvGraphicFramePr>
        <p:xfrm>
          <a:off x="1142999" y="0"/>
          <a:ext cx="8001001" cy="952500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80010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87866">
                <a:tc>
                  <a:txBody>
                    <a:bodyPr/>
                    <a:lstStyle/>
                    <a:p>
                      <a:pPr marL="0" marR="0" indent="0" algn="ctr" defTabSz="10449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1400" b="1" dirty="0">
                        <a:solidFill>
                          <a:schemeClr val="tx1"/>
                        </a:solidFill>
                        <a:latin typeface="Aptos Display" panose="020B0004020202020204" pitchFamily="34" charset="0"/>
                      </a:endParaRPr>
                    </a:p>
                  </a:txBody>
                  <a:tcPr marL="94488" marR="9448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4634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Times New Roman" pitchFamily="18" charset="0"/>
                          <a:cs typeface="Times New Roman" pitchFamily="18" charset="0"/>
                        </a:rPr>
                        <a:t>REQUIRED HARDWARE</a:t>
                      </a:r>
                    </a:p>
                  </a:txBody>
                  <a:tcPr marL="94488" marR="9448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48613" name="Frame 4"/>
          <p:cNvSpPr/>
          <p:nvPr/>
        </p:nvSpPr>
        <p:spPr>
          <a:xfrm>
            <a:off x="0" y="0"/>
            <a:ext cx="9144000" cy="5143500"/>
          </a:xfrm>
          <a:prstGeom prst="frame">
            <a:avLst>
              <a:gd name="adj1" fmla="val 1148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48614" name="Frame 10"/>
          <p:cNvSpPr/>
          <p:nvPr/>
        </p:nvSpPr>
        <p:spPr>
          <a:xfrm>
            <a:off x="0" y="0"/>
            <a:ext cx="1143000" cy="971550"/>
          </a:xfrm>
          <a:prstGeom prst="frame">
            <a:avLst>
              <a:gd name="adj1" fmla="val 2877"/>
            </a:avLst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48615" name="Frame 9"/>
          <p:cNvSpPr/>
          <p:nvPr/>
        </p:nvSpPr>
        <p:spPr>
          <a:xfrm>
            <a:off x="1143000" y="0"/>
            <a:ext cx="8001000" cy="971550"/>
          </a:xfrm>
          <a:prstGeom prst="frame">
            <a:avLst>
              <a:gd name="adj1" fmla="val 2877"/>
            </a:avLst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00" y="133350"/>
            <a:ext cx="97155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9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3495750"/>
              </p:ext>
            </p:extLst>
          </p:nvPr>
        </p:nvGraphicFramePr>
        <p:xfrm>
          <a:off x="66504" y="4781550"/>
          <a:ext cx="8991600" cy="243840"/>
        </p:xfrm>
        <a:graphic>
          <a:graphicData uri="http://schemas.openxmlformats.org/drawingml/2006/table">
            <a:tbl>
              <a:tblPr firstRow="1" bandRow="1">
                <a:tableStyleId>{18603FDC-E32A-4AB5-989C-0864C3EAD2B8}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31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45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60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712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1920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Chennai Institute of Technology</a:t>
                      </a:r>
                      <a:endParaRPr lang="en-US" sz="100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B.E</a:t>
                      </a:r>
                      <a:r>
                        <a:rPr lang="en-US" sz="10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sz="100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ECE</a:t>
                      </a: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Zeroth Review</a:t>
                      </a:r>
                      <a:endParaRPr lang="en-US" sz="100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fld id="{7EAA4ACD-EF4C-4C4A-A4DB-36C89073D6BC}" type="datetime1">
                        <a:rPr lang="en-US" sz="100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pPr marL="0" marR="0" indent="0" algn="ctr" defTabSz="130622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</a:pPr>
                        <a:t>8/4/2025</a:t>
                      </a:fld>
                      <a:endParaRPr lang="en-US" sz="100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lvl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fld id="{EBA5458A-C390-44F0-8476-F58E175F6D26}" type="slidenum">
                        <a:rPr lang="en-US" sz="100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pPr marL="0" marR="0" lvl="0" indent="0" algn="ctr" defTabSz="130622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</a:pPr>
                        <a:t>5</a:t>
                      </a:fld>
                      <a:endParaRPr lang="en-US" sz="100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" name="Table 8">
            <a:extLst>
              <a:ext uri="{FF2B5EF4-FFF2-40B4-BE49-F238E27FC236}">
                <a16:creationId xmlns:a16="http://schemas.microsoft.com/office/drawing/2014/main" id="{A00FC270-79BB-C1A4-7639-2BF0CFF8DA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0064804"/>
              </p:ext>
            </p:extLst>
          </p:nvPr>
        </p:nvGraphicFramePr>
        <p:xfrm>
          <a:off x="34973" y="1139190"/>
          <a:ext cx="5448301" cy="3566160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495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765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 No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Components name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Specification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u="none" strike="noStrik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STM32G050F6P6 (MCU)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32-bit ARM Cortex-M0+, 64 KB Flash, 8 KB RAM, multiple UART/I2C/SPI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u="none" strike="noStrik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MLX90640 Thermal Sensor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32×24 IR array, I2C interface, detects body heat up to 7 meters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u="none" strike="noStrik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200" b="0" u="none" strike="noStrike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DFPlayer</a:t>
                      </a: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Mini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MP3 player module, UART controlled, microSD support, speaker output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u="none" strike="noStrik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Speaker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3W/5V output, connected to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DFPlayer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Mini for sound playback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u="none" strike="noStrik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MicroSD Card Module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SPI interface, stores log data (animal detection events)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u="none" strike="noStrik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LoRa SX1278 / GSM Module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Long-range wireless communication (LoRa) or mobile alert (GSM), UART/SPI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u="none" strike="noStrik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7.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Battery + Solar Power Module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3.7V Li-ion battery with 5V/3.3V regulated output, solar charging</a:t>
                      </a:r>
                      <a:endParaRPr lang="zh-CN" altLang="en-US" sz="12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u="none" strike="noStrik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8.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Connecting Wires + Breadboard / PCB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 prototyping and final hardware layout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2050" name="Picture 2" descr="Generated image">
            <a:extLst>
              <a:ext uri="{FF2B5EF4-FFF2-40B4-BE49-F238E27FC236}">
                <a16:creationId xmlns:a16="http://schemas.microsoft.com/office/drawing/2014/main" id="{9F4099E4-6B76-8F9A-1381-B8127E63664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FFFFFE"/>
              </a:clrFrom>
              <a:clrTo>
                <a:srgbClr val="FFFF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084" b="-1084"/>
          <a:stretch>
            <a:fillRect/>
          </a:stretch>
        </p:blipFill>
        <p:spPr bwMode="auto">
          <a:xfrm>
            <a:off x="5181600" y="1657350"/>
            <a:ext cx="4200911" cy="28613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951A42-BA7C-3232-69F6-175338B7E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0" descr="Eye health and the Sustainable Development Goals - The International Agency  for the Prevention of Blindness">
            <a:extLst>
              <a:ext uri="{FF2B5EF4-FFF2-40B4-BE49-F238E27FC236}">
                <a16:creationId xmlns:a16="http://schemas.microsoft.com/office/drawing/2014/main" id="{EDB022CD-CC01-B092-189A-4BFD001464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29" y="-368958"/>
            <a:ext cx="9014542" cy="58814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194306" name="Content Placeholder 15">
            <a:extLst>
              <a:ext uri="{FF2B5EF4-FFF2-40B4-BE49-F238E27FC236}">
                <a16:creationId xmlns:a16="http://schemas.microsoft.com/office/drawing/2014/main" id="{CA33E79B-9D1D-B4E7-18EC-5ECA5890448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99785510"/>
              </p:ext>
            </p:extLst>
          </p:nvPr>
        </p:nvGraphicFramePr>
        <p:xfrm>
          <a:off x="1142999" y="0"/>
          <a:ext cx="8001001" cy="854691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80010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37768">
                <a:tc>
                  <a:txBody>
                    <a:bodyPr/>
                    <a:lstStyle/>
                    <a:p>
                      <a:pPr marL="0" marR="0" indent="0" algn="ctr" defTabSz="10449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4488" marR="9448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6923"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Sustainable Development Goals</a:t>
                      </a:r>
                    </a:p>
                  </a:txBody>
                  <a:tcPr marL="94488" marR="9448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48594" name="Frame 4">
            <a:extLst>
              <a:ext uri="{FF2B5EF4-FFF2-40B4-BE49-F238E27FC236}">
                <a16:creationId xmlns:a16="http://schemas.microsoft.com/office/drawing/2014/main" id="{439851AF-FA38-DA93-2A29-9B04A0B79A50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frame">
            <a:avLst>
              <a:gd name="adj1" fmla="val 1148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aphicFrame>
        <p:nvGraphicFramePr>
          <p:cNvPr id="4194307" name="Table 5">
            <a:extLst>
              <a:ext uri="{FF2B5EF4-FFF2-40B4-BE49-F238E27FC236}">
                <a16:creationId xmlns:a16="http://schemas.microsoft.com/office/drawing/2014/main" id="{6C326073-506F-C332-E00F-17D508CA0A92}"/>
              </a:ext>
            </a:extLst>
          </p:cNvPr>
          <p:cNvGraphicFramePr>
            <a:graphicFrameLocks noGrp="1"/>
          </p:cNvGraphicFramePr>
          <p:nvPr/>
        </p:nvGraphicFramePr>
        <p:xfrm>
          <a:off x="66504" y="4781550"/>
          <a:ext cx="8991600" cy="243840"/>
        </p:xfrm>
        <a:graphic>
          <a:graphicData uri="http://schemas.openxmlformats.org/drawingml/2006/table">
            <a:tbl>
              <a:tblPr firstRow="1" bandRow="1">
                <a:tableStyleId>{18603FDC-E32A-4AB5-989C-0864C3EAD2B8}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31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621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84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712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1920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Chennai Institute of Technology</a:t>
                      </a:r>
                      <a:endParaRPr lang="en-US" sz="100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B.E</a:t>
                      </a:r>
                      <a:r>
                        <a:rPr lang="en-US" sz="1000" b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sz="100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ECE</a:t>
                      </a: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Zeroth Review</a:t>
                      </a:r>
                      <a:endParaRPr lang="en-US" sz="100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fld id="{7EAA4ACD-EF4C-4C4A-A4DB-36C89073D6BC}" type="datetime1">
                        <a:rPr lang="en-US" sz="1000" b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pPr marL="0" marR="0" indent="0" algn="ctr" defTabSz="130622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</a:pPr>
                        <a:t>8/4/2025</a:t>
                      </a:fld>
                      <a:endParaRPr lang="en-US" sz="100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lvl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fld id="{EBA5458A-C390-44F0-8476-F58E175F6D26}" type="slidenum">
                        <a:rPr lang="en-US" sz="1000" b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pPr marL="0" marR="0" lvl="0" indent="0" algn="ctr" defTabSz="130622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</a:pPr>
                        <a:t>6</a:t>
                      </a:fld>
                      <a:endParaRPr lang="en-US" sz="100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48595" name="Frame 10">
            <a:extLst>
              <a:ext uri="{FF2B5EF4-FFF2-40B4-BE49-F238E27FC236}">
                <a16:creationId xmlns:a16="http://schemas.microsoft.com/office/drawing/2014/main" id="{81FAD7F6-4105-4437-B76B-93F3559AE264}"/>
              </a:ext>
            </a:extLst>
          </p:cNvPr>
          <p:cNvSpPr/>
          <p:nvPr/>
        </p:nvSpPr>
        <p:spPr>
          <a:xfrm>
            <a:off x="0" y="0"/>
            <a:ext cx="1143000" cy="854690"/>
          </a:xfrm>
          <a:prstGeom prst="frame">
            <a:avLst>
              <a:gd name="adj1" fmla="val 2877"/>
            </a:avLst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48597" name="Frame 8">
            <a:extLst>
              <a:ext uri="{FF2B5EF4-FFF2-40B4-BE49-F238E27FC236}">
                <a16:creationId xmlns:a16="http://schemas.microsoft.com/office/drawing/2014/main" id="{341E80E3-96FC-374F-86BC-AA670337A5EF}"/>
              </a:ext>
            </a:extLst>
          </p:cNvPr>
          <p:cNvSpPr/>
          <p:nvPr/>
        </p:nvSpPr>
        <p:spPr>
          <a:xfrm>
            <a:off x="1143000" y="0"/>
            <a:ext cx="8001000" cy="854690"/>
          </a:xfrm>
          <a:prstGeom prst="frame">
            <a:avLst>
              <a:gd name="adj1" fmla="val 2877"/>
            </a:avLst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527C4E17-BAAA-FDCD-E541-AA84DB861C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5250" y="83472"/>
            <a:ext cx="97155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4F333B78-8EB1-E843-20A8-11FD0F26B91A}"/>
              </a:ext>
            </a:extLst>
          </p:cNvPr>
          <p:cNvSpPr txBox="1"/>
          <p:nvPr/>
        </p:nvSpPr>
        <p:spPr>
          <a:xfrm>
            <a:off x="228600" y="1183243"/>
            <a:ext cx="4343400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SDG 2 – Zero Hunger</a:t>
            </a:r>
          </a:p>
          <a:p>
            <a:pPr algn="just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Protects crops from destruction, ensuring higher yield and food security for farming communities.</a:t>
            </a:r>
          </a:p>
          <a:p>
            <a:pPr algn="just"/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SDG 12 – Responsible Consumption &amp; Production</a:t>
            </a:r>
          </a:p>
          <a:p>
            <a:pPr algn="just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wastage of crops due to wild animal intrusion, promoting sustainable agriculture.</a:t>
            </a:r>
          </a:p>
          <a:p>
            <a:pPr algn="just"/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SDG 15 – Life on Land</a:t>
            </a:r>
          </a:p>
          <a:p>
            <a:pPr algn="just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non-harmful methods (sound-based deterrents) to protect crops without endangering wildlife.</a:t>
            </a: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SDG 13 – Climate Action </a:t>
            </a:r>
          </a:p>
          <a:p>
            <a:pPr algn="just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Powered by solar energy, reducing carbon footprint and encouraging clean, renewable energy use in rural tech.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593B819-E3B2-3921-93F8-6103DB6444CF}"/>
              </a:ext>
            </a:extLst>
          </p:cNvPr>
          <p:cNvCxnSpPr>
            <a:cxnSpLocks/>
          </p:cNvCxnSpPr>
          <p:nvPr/>
        </p:nvCxnSpPr>
        <p:spPr>
          <a:xfrm>
            <a:off x="4724400" y="971550"/>
            <a:ext cx="0" cy="3733800"/>
          </a:xfrm>
          <a:prstGeom prst="line">
            <a:avLst/>
          </a:prstGeom>
          <a:ln w="12700">
            <a:prstDash val="sys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3CEB243-30E9-C63E-4335-1B5893ACF477}"/>
              </a:ext>
            </a:extLst>
          </p:cNvPr>
          <p:cNvGrpSpPr/>
          <p:nvPr/>
        </p:nvGrpSpPr>
        <p:grpSpPr>
          <a:xfrm>
            <a:off x="5105400" y="1012000"/>
            <a:ext cx="3596400" cy="3600000"/>
            <a:chOff x="4953001" y="1145801"/>
            <a:chExt cx="2514599" cy="2520657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A90EBB6B-61A2-6A4C-C3C7-E2CD31493CE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53001" y="1145801"/>
              <a:ext cx="1260000" cy="126000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591066CF-51FC-54E0-A0BD-EBEDB104038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07600" y="1145801"/>
              <a:ext cx="1260000" cy="1260000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C152AC93-A026-25B8-00D2-1BCBBFBFB52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53001" y="2406458"/>
              <a:ext cx="1260000" cy="1260000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9C5929B7-92E2-483D-756B-A7F1763C244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05118" y="2406458"/>
              <a:ext cx="1260000" cy="126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098557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8D44CF-366E-6EB7-836E-512B633BA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94306" name="Content Placeholder 15">
            <a:extLst>
              <a:ext uri="{FF2B5EF4-FFF2-40B4-BE49-F238E27FC236}">
                <a16:creationId xmlns:a16="http://schemas.microsoft.com/office/drawing/2014/main" id="{38C409FC-7AE7-C091-EA78-EFDD9A899D5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81144302"/>
              </p:ext>
            </p:extLst>
          </p:nvPr>
        </p:nvGraphicFramePr>
        <p:xfrm>
          <a:off x="1142999" y="0"/>
          <a:ext cx="8001001" cy="854691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80010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37768">
                <a:tc>
                  <a:txBody>
                    <a:bodyPr/>
                    <a:lstStyle/>
                    <a:p>
                      <a:pPr marL="0" marR="0" indent="0" algn="ctr" defTabSz="10449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4488" marR="9448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6923"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LITERATURE SURVEY</a:t>
                      </a:r>
                    </a:p>
                  </a:txBody>
                  <a:tcPr marL="94488" marR="9448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48594" name="Frame 4">
            <a:extLst>
              <a:ext uri="{FF2B5EF4-FFF2-40B4-BE49-F238E27FC236}">
                <a16:creationId xmlns:a16="http://schemas.microsoft.com/office/drawing/2014/main" id="{15781AB7-DAB4-A160-64D0-ABB8872FB2B5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frame">
            <a:avLst>
              <a:gd name="adj1" fmla="val 1148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48595" name="Frame 10">
            <a:extLst>
              <a:ext uri="{FF2B5EF4-FFF2-40B4-BE49-F238E27FC236}">
                <a16:creationId xmlns:a16="http://schemas.microsoft.com/office/drawing/2014/main" id="{4058647D-6B17-2D7B-3CAE-6121BC9FAB44}"/>
              </a:ext>
            </a:extLst>
          </p:cNvPr>
          <p:cNvSpPr/>
          <p:nvPr/>
        </p:nvSpPr>
        <p:spPr>
          <a:xfrm>
            <a:off x="0" y="0"/>
            <a:ext cx="1143000" cy="854690"/>
          </a:xfrm>
          <a:prstGeom prst="frame">
            <a:avLst>
              <a:gd name="adj1" fmla="val 2877"/>
            </a:avLst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48597" name="Frame 8">
            <a:extLst>
              <a:ext uri="{FF2B5EF4-FFF2-40B4-BE49-F238E27FC236}">
                <a16:creationId xmlns:a16="http://schemas.microsoft.com/office/drawing/2014/main" id="{6C4DF6E5-507A-B4FF-3109-9B235A4D8B6E}"/>
              </a:ext>
            </a:extLst>
          </p:cNvPr>
          <p:cNvSpPr/>
          <p:nvPr/>
        </p:nvSpPr>
        <p:spPr>
          <a:xfrm>
            <a:off x="1143000" y="0"/>
            <a:ext cx="8001000" cy="854690"/>
          </a:xfrm>
          <a:prstGeom prst="frame">
            <a:avLst>
              <a:gd name="adj1" fmla="val 2877"/>
            </a:avLst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757CC0E5-31CA-4BBF-52E1-CF88607B7A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5250" y="83472"/>
            <a:ext cx="97155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30A9F357-8763-0D83-FE25-5365626DF144}"/>
              </a:ext>
            </a:extLst>
          </p:cNvPr>
          <p:cNvSpPr txBox="1"/>
          <p:nvPr/>
        </p:nvSpPr>
        <p:spPr>
          <a:xfrm>
            <a:off x="4943493" y="1276350"/>
            <a:ext cx="3907843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Action, Not Just Alerts</a:t>
            </a:r>
          </a:p>
          <a:p>
            <a:pPr algn="just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don’t just detect – we act! Our system plays deterrent sound instantly when animals are detected.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Non-Harmful and Wildlife-Friendly</a:t>
            </a:r>
          </a:p>
          <a:p>
            <a:pPr algn="just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Unlike electric fences or manual traps, our system is safe, ethical, and respects SDG 15 – Life on Land.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Works in Total Darkness</a:t>
            </a:r>
          </a:p>
          <a:p>
            <a:pPr algn="just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use a thermal sensor (MLX90640), which works day and night, unlike normal cameras.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Internet? No Problem.</a:t>
            </a:r>
          </a:p>
          <a:p>
            <a:pPr algn="just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Entire system is offline-capable and solar-powered — ideal for remote rural areas.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Modular &amp; Expandable</a:t>
            </a:r>
          </a:p>
          <a:p>
            <a:pPr algn="just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Farmers can add alert modules, SD logging, or even LoRa based on budget and need.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4E15901-DC08-D868-8ADB-10D8CED376F8}"/>
              </a:ext>
            </a:extLst>
          </p:cNvPr>
          <p:cNvCxnSpPr>
            <a:cxnSpLocks/>
          </p:cNvCxnSpPr>
          <p:nvPr/>
        </p:nvCxnSpPr>
        <p:spPr>
          <a:xfrm>
            <a:off x="4724400" y="1047750"/>
            <a:ext cx="0" cy="3733800"/>
          </a:xfrm>
          <a:prstGeom prst="line">
            <a:avLst/>
          </a:prstGeom>
          <a:ln w="12700">
            <a:prstDash val="sys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89B2F97D-E251-1A02-82ED-1B27190D9E9B}"/>
              </a:ext>
            </a:extLst>
          </p:cNvPr>
          <p:cNvSpPr txBox="1"/>
          <p:nvPr/>
        </p:nvSpPr>
        <p:spPr>
          <a:xfrm>
            <a:off x="292664" y="1352550"/>
            <a:ext cx="4126912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IEEE 2018 – Smart Farming with IoT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crop protection using IoT sensors for detection and alerting. Focused on cloud-based data handling.</a:t>
            </a:r>
          </a:p>
          <a:p>
            <a:pPr algn="just"/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Crop damage by wild animals – ScienceDirect (2010)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Studied the pattern and behavior of wild animals damaging crops in various regions. Emphasized the need for non-lethal methods.</a:t>
            </a:r>
          </a:p>
          <a:p>
            <a:pPr algn="just"/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IEEE 2023 – Object Detection for Animal Intrusion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CV-based animal detection for fences, mainly based on image segmentation and YOLO algorithms.</a:t>
            </a:r>
          </a:p>
          <a:p>
            <a:pPr algn="just"/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IOT-Based Crop Protection System – ResearchGate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an IoT system using sensors and cloud to notify about intrusions. Lacked real-time deterrent action.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46D9ECE-22C2-CE9F-B658-42633FBF6E79}"/>
              </a:ext>
            </a:extLst>
          </p:cNvPr>
          <p:cNvSpPr/>
          <p:nvPr/>
        </p:nvSpPr>
        <p:spPr>
          <a:xfrm>
            <a:off x="1231223" y="969317"/>
            <a:ext cx="2240934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 PAPERS</a:t>
            </a:r>
            <a:endParaRPr lang="en-US" sz="2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A1A33B4-0F24-0296-77E5-23F815F367D3}"/>
              </a:ext>
            </a:extLst>
          </p:cNvPr>
          <p:cNvSpPr/>
          <p:nvPr/>
        </p:nvSpPr>
        <p:spPr>
          <a:xfrm>
            <a:off x="5679972" y="949021"/>
            <a:ext cx="2382383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OUR PROJECT</a:t>
            </a:r>
            <a:endParaRPr lang="en-US" sz="24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47699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3" name="Frame 10"/>
          <p:cNvSpPr/>
          <p:nvPr/>
        </p:nvSpPr>
        <p:spPr>
          <a:xfrm>
            <a:off x="0" y="0"/>
            <a:ext cx="9144000" cy="5143500"/>
          </a:xfrm>
          <a:prstGeom prst="frame">
            <a:avLst>
              <a:gd name="adj1" fmla="val 1791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2097173" name="Picture 2" descr="thank you, etiquette, business etiquette, etiquette expert, book, conference, speaker, Julie Blais Comeau, conférence, étiquette, étiquette professionnelle, training, formation, étiquette des affaires, livre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667000" y="1657350"/>
            <a:ext cx="4237109" cy="2438400"/>
          </a:xfrm>
          <a:prstGeom prst="rect">
            <a:avLst/>
          </a:prstGeom>
          <a:noFill/>
        </p:spPr>
      </p:pic>
      <p:graphicFrame>
        <p:nvGraphicFramePr>
          <p:cNvPr id="4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8443055"/>
              </p:ext>
            </p:extLst>
          </p:nvPr>
        </p:nvGraphicFramePr>
        <p:xfrm>
          <a:off x="66504" y="4781550"/>
          <a:ext cx="8991600" cy="411480"/>
        </p:xfrm>
        <a:graphic>
          <a:graphicData uri="http://schemas.openxmlformats.org/drawingml/2006/table">
            <a:tbl>
              <a:tblPr firstRow="1" bandRow="1">
                <a:tableStyleId>{18603FDC-E32A-4AB5-989C-0864C3EAD2B8}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31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703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01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712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1920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Chennai Institute of Technology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50" dirty="0"/>
                        <a:t>B.E</a:t>
                      </a:r>
                      <a:r>
                        <a:rPr lang="en-US" sz="1050" baseline="0" dirty="0"/>
                        <a:t> 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  <a:latin typeface="Aptos Narrow" panose="020B0004020202020204" pitchFamily="34" charset="0"/>
                          <a:cs typeface="Times New Roman" pitchFamily="18" charset="0"/>
                        </a:rPr>
                        <a:t>ECE</a:t>
                      </a: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50" dirty="0"/>
                        <a:t>Zeroth Review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fld id="{7EAA4ACD-EF4C-4C4A-A4DB-36C89073D6BC}" type="datetime1">
                        <a:rPr lang="en-US" sz="1050" smtClean="0"/>
                        <a:pPr marL="0" marR="0" indent="0" algn="ctr" defTabSz="130622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</a:pPr>
                        <a:t>8/4/2025</a:t>
                      </a:fld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lvl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fld id="{EBA5458A-C390-44F0-8476-F58E175F6D26}" type="slidenum">
                        <a:rPr lang="en-US" sz="1050" smtClean="0"/>
                        <a:pPr marL="0" marR="0" lvl="0" indent="0" algn="ctr" defTabSz="130622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</a:pPr>
                        <a:t>8</a:t>
                      </a:fld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641</TotalTime>
  <Words>907</Words>
  <Application>Microsoft Office PowerPoint</Application>
  <PresentationFormat>On-screen Show (16:9)</PresentationFormat>
  <Paragraphs>149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 Display</vt:lpstr>
      <vt:lpstr>Aptos Narrow</vt:lpstr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RAJA</dc:creator>
  <cp:lastModifiedBy>Shrinidhi Senthilkumar</cp:lastModifiedBy>
  <cp:revision>19</cp:revision>
  <dcterms:created xsi:type="dcterms:W3CDTF">2006-08-10T12:00:00Z</dcterms:created>
  <dcterms:modified xsi:type="dcterms:W3CDTF">2025-08-04T17:55:34Z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c14087d32b64439f8be0fb77d9797412</vt:lpwstr>
  </property>
</Properties>
</file>